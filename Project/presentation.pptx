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52" r:id="rId4"/>
    <p:sldMasterId id="2147483753" r:id="rId5"/>
    <p:sldMasterId id="214748375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h41d1d1b836073c70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h41d1d1b836073c70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h41d1d1b836073c70_4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h41d1d1b836073c70_4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h41d1d1b836073c70_4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h41d1d1b836073c70_4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ohm range is extremely volatile as it depends on humidity and temperature. Often times, on first run, the ohm range will be lower than the ohm range after the program has been running for a while.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7244c1620efa681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h7244c1620efa681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outputs will only be active for as long as any of the three inputs are active. As such, the lid will stay open for as long as it is active and should not return unless these inputs are released.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h1bf799f0b386745d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h1bf799f0b386745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h7c01b72f79cab637_0_3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h7c01b72f79cab637_0_3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h7c01b72f79cab637_0_1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h7c01b72f79cab637_0_1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h7c01b72f79cab637_0_2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h7c01b72f79cab637_0_2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7c01b72f79cab637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h7c01b72f79cab637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311700" y="1779300"/>
            <a:ext cx="8520600" cy="975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3000"/>
              <a:buFont typeface="Montserrat ExtraBold"/>
              <a:buNone/>
              <a:defRPr b="0" sz="3000">
                <a:solidFill>
                  <a:schemeClr val="lt1"/>
                </a:solidFill>
                <a:latin typeface="Montserrat ExtraBold"/>
                <a:ea typeface="Montserrat ExtraBold"/>
                <a:cs typeface="Montserrat ExtraBold"/>
                <a:sym typeface="Montserrat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5" name="Google Shape;55;p14"/>
          <p:cNvSpPr txBox="1"/>
          <p:nvPr>
            <p:ph idx="1" type="subTitle"/>
          </p:nvPr>
        </p:nvSpPr>
        <p:spPr>
          <a:xfrm>
            <a:off x="2743050" y="2888250"/>
            <a:ext cx="36579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Montserrat"/>
              <a:buNone/>
              <a:defRPr>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15"/>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 name="Google Shape;58;p15"/>
          <p:cNvPicPr preferRelativeResize="0"/>
          <p:nvPr/>
        </p:nvPicPr>
        <p:blipFill>
          <a:blip r:embed="rId2">
            <a:alphaModFix/>
          </a:blip>
          <a:stretch>
            <a:fillRect/>
          </a:stretch>
        </p:blipFill>
        <p:spPr>
          <a:xfrm>
            <a:off x="-76672" y="-827887"/>
            <a:ext cx="6153101" cy="6799271"/>
          </a:xfrm>
          <a:prstGeom prst="rect">
            <a:avLst/>
          </a:prstGeom>
          <a:noFill/>
          <a:ln>
            <a:noFill/>
          </a:ln>
        </p:spPr>
      </p:pic>
      <p:sp>
        <p:nvSpPr>
          <p:cNvPr id="59" name="Google Shape;59;p15"/>
          <p:cNvSpPr txBox="1"/>
          <p:nvPr>
            <p:ph type="title"/>
          </p:nvPr>
        </p:nvSpPr>
        <p:spPr>
          <a:xfrm>
            <a:off x="5112425" y="2227050"/>
            <a:ext cx="28767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hasCustomPrompt="1" idx="2" type="title"/>
          </p:nvPr>
        </p:nvSpPr>
        <p:spPr>
          <a:xfrm>
            <a:off x="5112425"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1" name="Google Shape;61;p15"/>
          <p:cNvSpPr txBox="1"/>
          <p:nvPr>
            <p:ph idx="1" type="subTitle"/>
          </p:nvPr>
        </p:nvSpPr>
        <p:spPr>
          <a:xfrm>
            <a:off x="5112425" y="3194925"/>
            <a:ext cx="3156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pic>
        <p:nvPicPr>
          <p:cNvPr id="63" name="Google Shape;63;p16"/>
          <p:cNvPicPr preferRelativeResize="0"/>
          <p:nvPr/>
        </p:nvPicPr>
        <p:blipFill>
          <a:blip r:embed="rId2">
            <a:alphaModFix amt="56000"/>
          </a:blip>
          <a:stretch>
            <a:fillRect/>
          </a:stretch>
        </p:blipFill>
        <p:spPr>
          <a:xfrm rot="-7199997">
            <a:off x="4531704" y="539794"/>
            <a:ext cx="5918750" cy="6540301"/>
          </a:xfrm>
          <a:prstGeom prst="rect">
            <a:avLst/>
          </a:prstGeom>
          <a:noFill/>
          <a:ln>
            <a:noFill/>
          </a:ln>
        </p:spPr>
      </p:pic>
      <p:sp>
        <p:nvSpPr>
          <p:cNvPr id="64" name="Google Shape;64;p16"/>
          <p:cNvSpPr txBox="1"/>
          <p:nvPr>
            <p:ph idx="1" type="body"/>
          </p:nvPr>
        </p:nvSpPr>
        <p:spPr>
          <a:xfrm>
            <a:off x="686700" y="1076275"/>
            <a:ext cx="7684500" cy="3265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2"/>
              </a:buClr>
              <a:buSzPts val="1100"/>
              <a:buAutoNum type="arabicPeriod"/>
              <a:defRPr sz="1250"/>
            </a:lvl1pPr>
            <a:lvl2pPr indent="-298450" lvl="1" marL="914400">
              <a:spcBef>
                <a:spcPts val="1600"/>
              </a:spcBef>
              <a:spcAft>
                <a:spcPts val="0"/>
              </a:spcAft>
              <a:buClr>
                <a:schemeClr val="dk1"/>
              </a:buClr>
              <a:buSzPts val="1100"/>
              <a:buFont typeface="Muli"/>
              <a:buAutoNum type="alphaLcPeriod"/>
              <a:defRPr sz="1250"/>
            </a:lvl2pPr>
            <a:lvl3pPr indent="-298450" lvl="2" marL="1371600">
              <a:spcBef>
                <a:spcPts val="1600"/>
              </a:spcBef>
              <a:spcAft>
                <a:spcPts val="0"/>
              </a:spcAft>
              <a:buClr>
                <a:schemeClr val="dk1"/>
              </a:buClr>
              <a:buSzPts val="1100"/>
              <a:buFont typeface="Muli"/>
              <a:buAutoNum type="romanLcPeriod"/>
              <a:defRPr sz="1250"/>
            </a:lvl3pPr>
            <a:lvl4pPr indent="-298450" lvl="3" marL="1828800">
              <a:spcBef>
                <a:spcPts val="1600"/>
              </a:spcBef>
              <a:spcAft>
                <a:spcPts val="0"/>
              </a:spcAft>
              <a:buClr>
                <a:schemeClr val="dk1"/>
              </a:buClr>
              <a:buSzPts val="1100"/>
              <a:buFont typeface="Muli"/>
              <a:buAutoNum type="arabicPeriod"/>
              <a:defRPr sz="1250"/>
            </a:lvl4pPr>
            <a:lvl5pPr indent="-298450" lvl="4" marL="2286000">
              <a:spcBef>
                <a:spcPts val="1600"/>
              </a:spcBef>
              <a:spcAft>
                <a:spcPts val="0"/>
              </a:spcAft>
              <a:buClr>
                <a:schemeClr val="dk1"/>
              </a:buClr>
              <a:buSzPts val="1100"/>
              <a:buFont typeface="Muli"/>
              <a:buAutoNum type="alphaLcPeriod"/>
              <a:defRPr sz="1250"/>
            </a:lvl5pPr>
            <a:lvl6pPr indent="-298450" lvl="5" marL="2743200">
              <a:spcBef>
                <a:spcPts val="1600"/>
              </a:spcBef>
              <a:spcAft>
                <a:spcPts val="0"/>
              </a:spcAft>
              <a:buClr>
                <a:schemeClr val="dk1"/>
              </a:buClr>
              <a:buSzPts val="1100"/>
              <a:buFont typeface="Muli"/>
              <a:buAutoNum type="romanLcPeriod"/>
              <a:defRPr sz="1250"/>
            </a:lvl6pPr>
            <a:lvl7pPr indent="-298450" lvl="6" marL="3200400">
              <a:spcBef>
                <a:spcPts val="1600"/>
              </a:spcBef>
              <a:spcAft>
                <a:spcPts val="0"/>
              </a:spcAft>
              <a:buClr>
                <a:schemeClr val="dk1"/>
              </a:buClr>
              <a:buSzPts val="1100"/>
              <a:buFont typeface="Muli"/>
              <a:buAutoNum type="arabicPeriod"/>
              <a:defRPr sz="1250"/>
            </a:lvl7pPr>
            <a:lvl8pPr indent="-298450" lvl="7" marL="3657600">
              <a:spcBef>
                <a:spcPts val="1600"/>
              </a:spcBef>
              <a:spcAft>
                <a:spcPts val="0"/>
              </a:spcAft>
              <a:buClr>
                <a:schemeClr val="dk1"/>
              </a:buClr>
              <a:buSzPts val="1100"/>
              <a:buFont typeface="Muli"/>
              <a:buAutoNum type="alphaLcPeriod"/>
              <a:defRPr sz="1250"/>
            </a:lvl8pPr>
            <a:lvl9pPr indent="-298450" lvl="8" marL="4114800">
              <a:spcBef>
                <a:spcPts val="1600"/>
              </a:spcBef>
              <a:spcAft>
                <a:spcPts val="1600"/>
              </a:spcAft>
              <a:buClr>
                <a:schemeClr val="dk1"/>
              </a:buClr>
              <a:buSzPts val="1100"/>
              <a:buFont typeface="Muli"/>
              <a:buAutoNum type="romanLcPeriod"/>
              <a:defRPr sz="1250"/>
            </a:lvl9pPr>
          </a:lstStyle>
          <a:p/>
        </p:txBody>
      </p:sp>
      <p:sp>
        <p:nvSpPr>
          <p:cNvPr id="65" name="Google Shape;65;p16"/>
          <p:cNvSpPr txBox="1"/>
          <p:nvPr>
            <p:ph type="title"/>
          </p:nvPr>
        </p:nvSpPr>
        <p:spPr>
          <a:xfrm>
            <a:off x="1781425" y="378225"/>
            <a:ext cx="65898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pic>
        <p:nvPicPr>
          <p:cNvPr id="67" name="Google Shape;67;p17"/>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68" name="Google Shape;68;p17"/>
          <p:cNvSpPr txBox="1"/>
          <p:nvPr>
            <p:ph idx="1" type="body"/>
          </p:nvPr>
        </p:nvSpPr>
        <p:spPr>
          <a:xfrm>
            <a:off x="775144" y="1313000"/>
            <a:ext cx="3564900" cy="325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9" name="Google Shape;69;p17"/>
          <p:cNvSpPr txBox="1"/>
          <p:nvPr>
            <p:ph idx="2" type="body"/>
          </p:nvPr>
        </p:nvSpPr>
        <p:spPr>
          <a:xfrm>
            <a:off x="4803956" y="1313000"/>
            <a:ext cx="3564900" cy="325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0" name="Google Shape;70;p17"/>
          <p:cNvSpPr txBox="1"/>
          <p:nvPr>
            <p:ph type="title"/>
          </p:nvPr>
        </p:nvSpPr>
        <p:spPr>
          <a:xfrm>
            <a:off x="3972475" y="378225"/>
            <a:ext cx="43986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pic>
        <p:nvPicPr>
          <p:cNvPr id="72" name="Google Shape;72;p18"/>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73" name="Google Shape;73;p18"/>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19"/>
          <p:cNvSpPr txBox="1"/>
          <p:nvPr>
            <p:ph type="title"/>
          </p:nvPr>
        </p:nvSpPr>
        <p:spPr>
          <a:xfrm>
            <a:off x="1008350" y="1460450"/>
            <a:ext cx="2808000" cy="755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6" name="Google Shape;76;p19"/>
          <p:cNvSpPr txBox="1"/>
          <p:nvPr>
            <p:ph idx="1" type="body"/>
          </p:nvPr>
        </p:nvSpPr>
        <p:spPr>
          <a:xfrm>
            <a:off x="1008350" y="2183050"/>
            <a:ext cx="3015900" cy="1500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pic>
        <p:nvPicPr>
          <p:cNvPr id="77" name="Google Shape;77;p19"/>
          <p:cNvPicPr preferRelativeResize="0"/>
          <p:nvPr/>
        </p:nvPicPr>
        <p:blipFill>
          <a:blip r:embed="rId2">
            <a:alphaModFix/>
          </a:blip>
          <a:stretch>
            <a:fillRect/>
          </a:stretch>
        </p:blipFill>
        <p:spPr>
          <a:xfrm rot="-5400000">
            <a:off x="4647114" y="1532427"/>
            <a:ext cx="6751897" cy="224187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8" name="Shape 78"/>
        <p:cNvGrpSpPr/>
        <p:nvPr/>
      </p:nvGrpSpPr>
      <p:grpSpPr>
        <a:xfrm>
          <a:off x="0" y="0"/>
          <a:ext cx="0" cy="0"/>
          <a:chOff x="0" y="0"/>
          <a:chExt cx="0" cy="0"/>
        </a:xfrm>
      </p:grpSpPr>
      <p:sp>
        <p:nvSpPr>
          <p:cNvPr id="79" name="Google Shape;79;p20"/>
          <p:cNvSpPr/>
          <p:nvPr/>
        </p:nvSpPr>
        <p:spPr>
          <a:xfrm rot="10800000">
            <a:off x="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0"/>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20"/>
          <p:cNvPicPr preferRelativeResize="0"/>
          <p:nvPr/>
        </p:nvPicPr>
        <p:blipFill rotWithShape="1">
          <a:blip r:embed="rId2">
            <a:alphaModFix/>
          </a:blip>
          <a:srcRect b="0" l="0" r="0" t="0"/>
          <a:stretch/>
        </p:blipFill>
        <p:spPr>
          <a:xfrm>
            <a:off x="240625" y="3354737"/>
            <a:ext cx="8662743" cy="2601674"/>
          </a:xfrm>
          <a:prstGeom prst="rect">
            <a:avLst/>
          </a:prstGeom>
          <a:noFill/>
          <a:ln>
            <a:noFill/>
          </a:ln>
        </p:spPr>
      </p:pic>
      <p:pic>
        <p:nvPicPr>
          <p:cNvPr id="82" name="Google Shape;82;p20"/>
          <p:cNvPicPr preferRelativeResize="0"/>
          <p:nvPr/>
        </p:nvPicPr>
        <p:blipFill rotWithShape="1">
          <a:blip r:embed="rId2">
            <a:alphaModFix/>
          </a:blip>
          <a:srcRect b="0" l="0" r="0" t="0"/>
          <a:stretch/>
        </p:blipFill>
        <p:spPr>
          <a:xfrm rot="10800000">
            <a:off x="240625" y="-812913"/>
            <a:ext cx="8662743" cy="2601674"/>
          </a:xfrm>
          <a:prstGeom prst="rect">
            <a:avLst/>
          </a:prstGeom>
          <a:noFill/>
          <a:ln>
            <a:noFill/>
          </a:ln>
        </p:spPr>
      </p:pic>
      <p:sp>
        <p:nvSpPr>
          <p:cNvPr id="83" name="Google Shape;83;p20"/>
          <p:cNvSpPr txBox="1"/>
          <p:nvPr>
            <p:ph type="title"/>
          </p:nvPr>
        </p:nvSpPr>
        <p:spPr>
          <a:xfrm>
            <a:off x="1301375" y="1417650"/>
            <a:ext cx="6541200" cy="23082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pic>
        <p:nvPicPr>
          <p:cNvPr id="85" name="Google Shape;85;p21"/>
          <p:cNvPicPr preferRelativeResize="0"/>
          <p:nvPr/>
        </p:nvPicPr>
        <p:blipFill>
          <a:blip r:embed="rId2">
            <a:alphaModFix amt="50000"/>
          </a:blip>
          <a:stretch>
            <a:fillRect/>
          </a:stretch>
        </p:blipFill>
        <p:spPr>
          <a:xfrm>
            <a:off x="-3192424" y="1047350"/>
            <a:ext cx="12336426" cy="4096149"/>
          </a:xfrm>
          <a:prstGeom prst="rect">
            <a:avLst/>
          </a:prstGeom>
          <a:noFill/>
          <a:ln>
            <a:noFill/>
          </a:ln>
        </p:spPr>
      </p:pic>
      <p:sp>
        <p:nvSpPr>
          <p:cNvPr id="86" name="Google Shape;86;p21"/>
          <p:cNvSpPr txBox="1"/>
          <p:nvPr>
            <p:ph type="title"/>
          </p:nvPr>
        </p:nvSpPr>
        <p:spPr>
          <a:xfrm>
            <a:off x="4998775" y="1276500"/>
            <a:ext cx="33552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3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7" name="Google Shape;87;p21"/>
          <p:cNvSpPr txBox="1"/>
          <p:nvPr>
            <p:ph idx="1" type="subTitle"/>
          </p:nvPr>
        </p:nvSpPr>
        <p:spPr>
          <a:xfrm>
            <a:off x="4998775" y="2110500"/>
            <a:ext cx="3355200" cy="16656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2"/>
          <p:cNvSpPr txBox="1"/>
          <p:nvPr>
            <p:ph type="title"/>
          </p:nvPr>
        </p:nvSpPr>
        <p:spPr>
          <a:xfrm>
            <a:off x="1528650" y="450150"/>
            <a:ext cx="4029300" cy="1078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0" name="Google Shape;90;p22"/>
          <p:cNvPicPr preferRelativeResize="0"/>
          <p:nvPr/>
        </p:nvPicPr>
        <p:blipFill>
          <a:blip r:embed="rId2">
            <a:alphaModFix amt="56000"/>
          </a:blip>
          <a:stretch>
            <a:fillRect/>
          </a:stretch>
        </p:blipFill>
        <p:spPr>
          <a:xfrm rot="-3651880">
            <a:off x="-1772274" y="-44184"/>
            <a:ext cx="5918752" cy="654029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pic>
        <p:nvPicPr>
          <p:cNvPr id="92" name="Google Shape;92;p23"/>
          <p:cNvPicPr preferRelativeResize="0"/>
          <p:nvPr/>
        </p:nvPicPr>
        <p:blipFill>
          <a:blip r:embed="rId2">
            <a:alphaModFix amt="56000"/>
          </a:blip>
          <a:stretch>
            <a:fillRect/>
          </a:stretch>
        </p:blipFill>
        <p:spPr>
          <a:xfrm rot="-7199997">
            <a:off x="4531704" y="539794"/>
            <a:ext cx="5918750" cy="6540301"/>
          </a:xfrm>
          <a:prstGeom prst="rect">
            <a:avLst/>
          </a:prstGeom>
          <a:noFill/>
          <a:ln>
            <a:noFill/>
          </a:ln>
        </p:spPr>
      </p:pic>
      <p:pic>
        <p:nvPicPr>
          <p:cNvPr id="93" name="Google Shape;93;p23"/>
          <p:cNvPicPr preferRelativeResize="0"/>
          <p:nvPr/>
        </p:nvPicPr>
        <p:blipFill>
          <a:blip r:embed="rId2">
            <a:alphaModFix amt="56000"/>
          </a:blip>
          <a:stretch>
            <a:fillRect/>
          </a:stretch>
        </p:blipFill>
        <p:spPr>
          <a:xfrm rot="-1365984">
            <a:off x="-1959971" y="118698"/>
            <a:ext cx="5918748" cy="6540298"/>
          </a:xfrm>
          <a:prstGeom prst="rect">
            <a:avLst/>
          </a:prstGeom>
          <a:noFill/>
          <a:ln>
            <a:noFill/>
          </a:ln>
        </p:spPr>
      </p:pic>
      <p:sp>
        <p:nvSpPr>
          <p:cNvPr id="94" name="Google Shape;94;p23"/>
          <p:cNvSpPr txBox="1"/>
          <p:nvPr>
            <p:ph hasCustomPrompt="1" type="title"/>
          </p:nvPr>
        </p:nvSpPr>
        <p:spPr>
          <a:xfrm>
            <a:off x="2028150" y="1598125"/>
            <a:ext cx="5087700" cy="1178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200"/>
              <a:buNone/>
              <a:defRPr sz="72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5" name="Google Shape;95;p23"/>
          <p:cNvSpPr txBox="1"/>
          <p:nvPr>
            <p:ph idx="1" type="subTitle"/>
          </p:nvPr>
        </p:nvSpPr>
        <p:spPr>
          <a:xfrm>
            <a:off x="2618725" y="2840075"/>
            <a:ext cx="3906600" cy="8211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6" name="Shape 9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SECTION_TITLE_AND_DESCRIPTION_1">
    <p:spTree>
      <p:nvGrpSpPr>
        <p:cNvPr id="97" name="Shape 97"/>
        <p:cNvGrpSpPr/>
        <p:nvPr/>
      </p:nvGrpSpPr>
      <p:grpSpPr>
        <a:xfrm>
          <a:off x="0" y="0"/>
          <a:ext cx="0" cy="0"/>
          <a:chOff x="0" y="0"/>
          <a:chExt cx="0" cy="0"/>
        </a:xfrm>
      </p:grpSpPr>
      <p:pic>
        <p:nvPicPr>
          <p:cNvPr id="98" name="Google Shape;98;p25"/>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99" name="Google Shape;99;p25"/>
          <p:cNvSpPr txBox="1"/>
          <p:nvPr>
            <p:ph type="title"/>
          </p:nvPr>
        </p:nvSpPr>
        <p:spPr>
          <a:xfrm>
            <a:off x="7024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0" name="Google Shape;100;p25"/>
          <p:cNvSpPr txBox="1"/>
          <p:nvPr>
            <p:ph idx="1" type="subTitle"/>
          </p:nvPr>
        </p:nvSpPr>
        <p:spPr>
          <a:xfrm>
            <a:off x="7024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1" name="Google Shape;101;p25"/>
          <p:cNvSpPr txBox="1"/>
          <p:nvPr>
            <p:ph idx="2" type="title"/>
          </p:nvPr>
        </p:nvSpPr>
        <p:spPr>
          <a:xfrm>
            <a:off x="35986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2" name="Google Shape;102;p25"/>
          <p:cNvSpPr txBox="1"/>
          <p:nvPr>
            <p:ph idx="3" type="subTitle"/>
          </p:nvPr>
        </p:nvSpPr>
        <p:spPr>
          <a:xfrm>
            <a:off x="35986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3" name="Google Shape;103;p25"/>
          <p:cNvSpPr txBox="1"/>
          <p:nvPr>
            <p:ph idx="4" type="title"/>
          </p:nvPr>
        </p:nvSpPr>
        <p:spPr>
          <a:xfrm>
            <a:off x="64948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4" name="Google Shape;104;p25"/>
          <p:cNvSpPr txBox="1"/>
          <p:nvPr>
            <p:ph idx="5" type="subTitle"/>
          </p:nvPr>
        </p:nvSpPr>
        <p:spPr>
          <a:xfrm>
            <a:off x="64948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5" name="Google Shape;105;p25"/>
          <p:cNvSpPr txBox="1"/>
          <p:nvPr>
            <p:ph idx="6" type="title"/>
          </p:nvPr>
        </p:nvSpPr>
        <p:spPr>
          <a:xfrm>
            <a:off x="5039900" y="3501280"/>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6" name="Google Shape;106;p25"/>
          <p:cNvSpPr txBox="1"/>
          <p:nvPr>
            <p:ph idx="7" type="subTitle"/>
          </p:nvPr>
        </p:nvSpPr>
        <p:spPr>
          <a:xfrm>
            <a:off x="5039888" y="379823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7" name="Google Shape;107;p25"/>
          <p:cNvSpPr txBox="1"/>
          <p:nvPr>
            <p:ph idx="8" type="title"/>
          </p:nvPr>
        </p:nvSpPr>
        <p:spPr>
          <a:xfrm>
            <a:off x="2157425" y="3501280"/>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8" name="Google Shape;108;p25"/>
          <p:cNvSpPr txBox="1"/>
          <p:nvPr>
            <p:ph idx="9" type="subTitle"/>
          </p:nvPr>
        </p:nvSpPr>
        <p:spPr>
          <a:xfrm>
            <a:off x="2157413" y="379823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9" name="Google Shape;109;p25"/>
          <p:cNvSpPr txBox="1"/>
          <p:nvPr>
            <p:ph hasCustomPrompt="1" idx="13" type="title"/>
          </p:nvPr>
        </p:nvSpPr>
        <p:spPr>
          <a:xfrm>
            <a:off x="11394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0" name="Google Shape;110;p25"/>
          <p:cNvSpPr txBox="1"/>
          <p:nvPr>
            <p:ph hasCustomPrompt="1" idx="14" type="title"/>
          </p:nvPr>
        </p:nvSpPr>
        <p:spPr>
          <a:xfrm>
            <a:off x="40356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1" name="Google Shape;111;p25"/>
          <p:cNvSpPr txBox="1"/>
          <p:nvPr>
            <p:ph hasCustomPrompt="1" idx="15" type="title"/>
          </p:nvPr>
        </p:nvSpPr>
        <p:spPr>
          <a:xfrm>
            <a:off x="69318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2" name="Google Shape;112;p25"/>
          <p:cNvSpPr txBox="1"/>
          <p:nvPr>
            <p:ph hasCustomPrompt="1" idx="16" type="title"/>
          </p:nvPr>
        </p:nvSpPr>
        <p:spPr>
          <a:xfrm>
            <a:off x="5476850" y="3007778"/>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113" name="Google Shape;113;p25"/>
          <p:cNvSpPr txBox="1"/>
          <p:nvPr>
            <p:ph hasCustomPrompt="1" idx="17" type="title"/>
          </p:nvPr>
        </p:nvSpPr>
        <p:spPr>
          <a:xfrm>
            <a:off x="2594375" y="301551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SECTION_TITLE_AND_DESCRIPTION_1_1">
    <p:spTree>
      <p:nvGrpSpPr>
        <p:cNvPr id="114" name="Shape 114"/>
        <p:cNvGrpSpPr/>
        <p:nvPr/>
      </p:nvGrpSpPr>
      <p:grpSpPr>
        <a:xfrm>
          <a:off x="0" y="0"/>
          <a:ext cx="0" cy="0"/>
          <a:chOff x="0" y="0"/>
          <a:chExt cx="0" cy="0"/>
        </a:xfrm>
      </p:grpSpPr>
      <p:sp>
        <p:nvSpPr>
          <p:cNvPr id="115" name="Google Shape;115;p26"/>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116" name="Google Shape;116;p26"/>
          <p:cNvSpPr txBox="1"/>
          <p:nvPr>
            <p:ph hasCustomPrompt="1" idx="2" type="title"/>
          </p:nvPr>
        </p:nvSpPr>
        <p:spPr>
          <a:xfrm>
            <a:off x="2477100" y="1022775"/>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17" name="Google Shape;117;p26"/>
          <p:cNvSpPr txBox="1"/>
          <p:nvPr>
            <p:ph idx="1" type="subTitle"/>
          </p:nvPr>
        </p:nvSpPr>
        <p:spPr>
          <a:xfrm flipH="1">
            <a:off x="3139506" y="1259025"/>
            <a:ext cx="17793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18" name="Google Shape;118;p26"/>
          <p:cNvSpPr txBox="1"/>
          <p:nvPr>
            <p:ph idx="3" type="subTitle"/>
          </p:nvPr>
        </p:nvSpPr>
        <p:spPr>
          <a:xfrm>
            <a:off x="5152806" y="1220900"/>
            <a:ext cx="32013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19" name="Google Shape;119;p26"/>
          <p:cNvSpPr txBox="1"/>
          <p:nvPr>
            <p:ph hasCustomPrompt="1" idx="4" type="title"/>
          </p:nvPr>
        </p:nvSpPr>
        <p:spPr>
          <a:xfrm>
            <a:off x="2477100" y="1772447"/>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20" name="Google Shape;120;p26"/>
          <p:cNvSpPr txBox="1"/>
          <p:nvPr>
            <p:ph idx="5" type="subTitle"/>
          </p:nvPr>
        </p:nvSpPr>
        <p:spPr>
          <a:xfrm flipH="1">
            <a:off x="3139506" y="2008700"/>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21" name="Google Shape;121;p26"/>
          <p:cNvSpPr txBox="1"/>
          <p:nvPr>
            <p:ph idx="6" type="subTitle"/>
          </p:nvPr>
        </p:nvSpPr>
        <p:spPr>
          <a:xfrm>
            <a:off x="5146886" y="1970580"/>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22" name="Google Shape;122;p26"/>
          <p:cNvSpPr txBox="1"/>
          <p:nvPr>
            <p:ph hasCustomPrompt="1" idx="7" type="title"/>
          </p:nvPr>
        </p:nvSpPr>
        <p:spPr>
          <a:xfrm>
            <a:off x="2477100" y="2522122"/>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23" name="Google Shape;123;p26"/>
          <p:cNvSpPr txBox="1"/>
          <p:nvPr>
            <p:ph idx="8" type="subTitle"/>
          </p:nvPr>
        </p:nvSpPr>
        <p:spPr>
          <a:xfrm flipH="1">
            <a:off x="3139506" y="2759849"/>
            <a:ext cx="17793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24" name="Google Shape;124;p26"/>
          <p:cNvSpPr txBox="1"/>
          <p:nvPr>
            <p:ph idx="9" type="subTitle"/>
          </p:nvPr>
        </p:nvSpPr>
        <p:spPr>
          <a:xfrm>
            <a:off x="5143119" y="2721733"/>
            <a:ext cx="32013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25" name="Google Shape;125;p26"/>
          <p:cNvSpPr txBox="1"/>
          <p:nvPr>
            <p:ph hasCustomPrompt="1" idx="13" type="title"/>
          </p:nvPr>
        </p:nvSpPr>
        <p:spPr>
          <a:xfrm>
            <a:off x="2477100" y="3275277"/>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26" name="Google Shape;126;p26"/>
          <p:cNvSpPr txBox="1"/>
          <p:nvPr>
            <p:ph idx="14" type="subTitle"/>
          </p:nvPr>
        </p:nvSpPr>
        <p:spPr>
          <a:xfrm flipH="1">
            <a:off x="3139506" y="3511527"/>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27" name="Google Shape;127;p26"/>
          <p:cNvSpPr txBox="1"/>
          <p:nvPr>
            <p:ph idx="15" type="subTitle"/>
          </p:nvPr>
        </p:nvSpPr>
        <p:spPr>
          <a:xfrm>
            <a:off x="5142250" y="3473428"/>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128" name="Google Shape;128;p26"/>
          <p:cNvSpPr txBox="1"/>
          <p:nvPr>
            <p:ph hasCustomPrompt="1" idx="16" type="title"/>
          </p:nvPr>
        </p:nvSpPr>
        <p:spPr>
          <a:xfrm>
            <a:off x="2477100" y="4021475"/>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129" name="Google Shape;129;p26"/>
          <p:cNvSpPr txBox="1"/>
          <p:nvPr>
            <p:ph idx="17" type="subTitle"/>
          </p:nvPr>
        </p:nvSpPr>
        <p:spPr>
          <a:xfrm flipH="1">
            <a:off x="3139506" y="4257750"/>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130" name="Google Shape;130;p26"/>
          <p:cNvSpPr txBox="1"/>
          <p:nvPr>
            <p:ph idx="18" type="subTitle"/>
          </p:nvPr>
        </p:nvSpPr>
        <p:spPr>
          <a:xfrm>
            <a:off x="5142250" y="4219650"/>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pic>
        <p:nvPicPr>
          <p:cNvPr id="131" name="Google Shape;131;p26"/>
          <p:cNvPicPr preferRelativeResize="0"/>
          <p:nvPr/>
        </p:nvPicPr>
        <p:blipFill rotWithShape="1">
          <a:blip r:embed="rId2">
            <a:alphaModFix/>
          </a:blip>
          <a:srcRect b="0" l="0" r="0" t="0"/>
          <a:stretch/>
        </p:blipFill>
        <p:spPr>
          <a:xfrm>
            <a:off x="-12739" y="1960725"/>
            <a:ext cx="1888727" cy="3164927"/>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1">
  <p:cSld name="CUSTOM">
    <p:spTree>
      <p:nvGrpSpPr>
        <p:cNvPr id="132" name="Shape 132"/>
        <p:cNvGrpSpPr/>
        <p:nvPr/>
      </p:nvGrpSpPr>
      <p:grpSpPr>
        <a:xfrm>
          <a:off x="0" y="0"/>
          <a:ext cx="0" cy="0"/>
          <a:chOff x="0" y="0"/>
          <a:chExt cx="0" cy="0"/>
        </a:xfrm>
      </p:grpSpPr>
      <p:pic>
        <p:nvPicPr>
          <p:cNvPr id="133" name="Google Shape;133;p27"/>
          <p:cNvPicPr preferRelativeResize="0"/>
          <p:nvPr/>
        </p:nvPicPr>
        <p:blipFill rotWithShape="1">
          <a:blip r:embed="rId2">
            <a:alphaModFix/>
          </a:blip>
          <a:srcRect b="0" l="30" r="30" t="0"/>
          <a:stretch/>
        </p:blipFill>
        <p:spPr>
          <a:xfrm rot="10800000">
            <a:off x="886002" y="137500"/>
            <a:ext cx="8702104" cy="4868498"/>
          </a:xfrm>
          <a:prstGeom prst="rect">
            <a:avLst/>
          </a:prstGeom>
          <a:noFill/>
          <a:ln>
            <a:noFill/>
          </a:ln>
        </p:spPr>
      </p:pic>
      <p:sp>
        <p:nvSpPr>
          <p:cNvPr id="134" name="Google Shape;134;p27"/>
          <p:cNvSpPr txBox="1"/>
          <p:nvPr>
            <p:ph type="title"/>
          </p:nvPr>
        </p:nvSpPr>
        <p:spPr>
          <a:xfrm>
            <a:off x="1396950" y="1650313"/>
            <a:ext cx="6350100" cy="1289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2100"/>
              <a:buNone/>
              <a:defRPr sz="8000">
                <a:solidFill>
                  <a:schemeClr val="lt1"/>
                </a:solidFill>
              </a:defRPr>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135" name="Google Shape;135;p27"/>
          <p:cNvSpPr txBox="1"/>
          <p:nvPr>
            <p:ph idx="1" type="subTitle"/>
          </p:nvPr>
        </p:nvSpPr>
        <p:spPr>
          <a:xfrm>
            <a:off x="1887750" y="2908788"/>
            <a:ext cx="5368500" cy="584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4">
    <p:spTree>
      <p:nvGrpSpPr>
        <p:cNvPr id="136" name="Shape 136"/>
        <p:cNvGrpSpPr/>
        <p:nvPr/>
      </p:nvGrpSpPr>
      <p:grpSpPr>
        <a:xfrm>
          <a:off x="0" y="0"/>
          <a:ext cx="0" cy="0"/>
          <a:chOff x="0" y="0"/>
          <a:chExt cx="0" cy="0"/>
        </a:xfrm>
      </p:grpSpPr>
      <p:pic>
        <p:nvPicPr>
          <p:cNvPr id="137" name="Google Shape;137;p28"/>
          <p:cNvPicPr preferRelativeResize="0"/>
          <p:nvPr/>
        </p:nvPicPr>
        <p:blipFill>
          <a:blip r:embed="rId2">
            <a:alphaModFix/>
          </a:blip>
          <a:stretch>
            <a:fillRect/>
          </a:stretch>
        </p:blipFill>
        <p:spPr>
          <a:xfrm flipH="1">
            <a:off x="5434928" y="-827887"/>
            <a:ext cx="6153101" cy="6799271"/>
          </a:xfrm>
          <a:prstGeom prst="rect">
            <a:avLst/>
          </a:prstGeom>
          <a:noFill/>
          <a:ln>
            <a:noFill/>
          </a:ln>
        </p:spPr>
      </p:pic>
      <p:sp>
        <p:nvSpPr>
          <p:cNvPr id="138" name="Google Shape;138;p28"/>
          <p:cNvSpPr txBox="1"/>
          <p:nvPr>
            <p:ph type="title"/>
          </p:nvPr>
        </p:nvSpPr>
        <p:spPr>
          <a:xfrm>
            <a:off x="2817900" y="2227050"/>
            <a:ext cx="35082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28"/>
          <p:cNvSpPr txBox="1"/>
          <p:nvPr>
            <p:ph idx="1" type="subTitle"/>
          </p:nvPr>
        </p:nvSpPr>
        <p:spPr>
          <a:xfrm>
            <a:off x="2817900" y="3194925"/>
            <a:ext cx="35082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160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40" name="Google Shape;140;p28"/>
          <p:cNvPicPr preferRelativeResize="0"/>
          <p:nvPr/>
        </p:nvPicPr>
        <p:blipFill>
          <a:blip r:embed="rId2">
            <a:alphaModFix/>
          </a:blip>
          <a:stretch>
            <a:fillRect/>
          </a:stretch>
        </p:blipFill>
        <p:spPr>
          <a:xfrm flipH="1" rot="10800000">
            <a:off x="-2444022" y="-827887"/>
            <a:ext cx="6153101" cy="6799271"/>
          </a:xfrm>
          <a:prstGeom prst="rect">
            <a:avLst/>
          </a:prstGeom>
          <a:noFill/>
          <a:ln>
            <a:noFill/>
          </a:ln>
        </p:spPr>
      </p:pic>
      <p:sp>
        <p:nvSpPr>
          <p:cNvPr id="141" name="Google Shape;141;p28"/>
          <p:cNvSpPr txBox="1"/>
          <p:nvPr>
            <p:ph hasCustomPrompt="1" idx="2" type="title"/>
          </p:nvPr>
        </p:nvSpPr>
        <p:spPr>
          <a:xfrm>
            <a:off x="3349500" y="1027125"/>
            <a:ext cx="2445000" cy="841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4800"/>
              <a:buNone/>
              <a:defRPr sz="48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2" name="Google Shape;142;p28"/>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4_1">
    <p:spTree>
      <p:nvGrpSpPr>
        <p:cNvPr id="143" name="Shape 143"/>
        <p:cNvGrpSpPr/>
        <p:nvPr/>
      </p:nvGrpSpPr>
      <p:grpSpPr>
        <a:xfrm>
          <a:off x="0" y="0"/>
          <a:ext cx="0" cy="0"/>
          <a:chOff x="0" y="0"/>
          <a:chExt cx="0" cy="0"/>
        </a:xfrm>
      </p:grpSpPr>
      <p:pic>
        <p:nvPicPr>
          <p:cNvPr id="144" name="Google Shape;144;p29"/>
          <p:cNvPicPr preferRelativeResize="0"/>
          <p:nvPr/>
        </p:nvPicPr>
        <p:blipFill>
          <a:blip r:embed="rId2">
            <a:alphaModFix/>
          </a:blip>
          <a:stretch>
            <a:fillRect/>
          </a:stretch>
        </p:blipFill>
        <p:spPr>
          <a:xfrm flipH="1">
            <a:off x="3108153" y="-827887"/>
            <a:ext cx="6153101" cy="6799271"/>
          </a:xfrm>
          <a:prstGeom prst="rect">
            <a:avLst/>
          </a:prstGeom>
          <a:noFill/>
          <a:ln>
            <a:noFill/>
          </a:ln>
        </p:spPr>
      </p:pic>
      <p:sp>
        <p:nvSpPr>
          <p:cNvPr id="145" name="Google Shape;145;p29"/>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9"/>
          <p:cNvSpPr txBox="1"/>
          <p:nvPr>
            <p:ph type="title"/>
          </p:nvPr>
        </p:nvSpPr>
        <p:spPr>
          <a:xfrm>
            <a:off x="1212600" y="2227050"/>
            <a:ext cx="35082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7" name="Google Shape;147;p29"/>
          <p:cNvSpPr txBox="1"/>
          <p:nvPr>
            <p:ph idx="1" type="subTitle"/>
          </p:nvPr>
        </p:nvSpPr>
        <p:spPr>
          <a:xfrm>
            <a:off x="1212600" y="3194925"/>
            <a:ext cx="35082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160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148" name="Google Shape;148;p29"/>
          <p:cNvSpPr txBox="1"/>
          <p:nvPr>
            <p:ph hasCustomPrompt="1" idx="2" type="title"/>
          </p:nvPr>
        </p:nvSpPr>
        <p:spPr>
          <a:xfrm>
            <a:off x="1212600"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4_1_1">
    <p:spTree>
      <p:nvGrpSpPr>
        <p:cNvPr id="149" name="Shape 149"/>
        <p:cNvGrpSpPr/>
        <p:nvPr/>
      </p:nvGrpSpPr>
      <p:grpSpPr>
        <a:xfrm>
          <a:off x="0" y="0"/>
          <a:ext cx="0" cy="0"/>
          <a:chOff x="0" y="0"/>
          <a:chExt cx="0" cy="0"/>
        </a:xfrm>
      </p:grpSpPr>
      <p:sp>
        <p:nvSpPr>
          <p:cNvPr id="150" name="Google Shape;150;p30"/>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0"/>
          <p:cNvSpPr txBox="1"/>
          <p:nvPr>
            <p:ph type="title"/>
          </p:nvPr>
        </p:nvSpPr>
        <p:spPr>
          <a:xfrm>
            <a:off x="5112425" y="2227050"/>
            <a:ext cx="28767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2" name="Google Shape;152;p30"/>
          <p:cNvSpPr txBox="1"/>
          <p:nvPr>
            <p:ph hasCustomPrompt="1" idx="2" type="title"/>
          </p:nvPr>
        </p:nvSpPr>
        <p:spPr>
          <a:xfrm>
            <a:off x="5112425"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153" name="Google Shape;153;p30"/>
          <p:cNvSpPr txBox="1"/>
          <p:nvPr>
            <p:ph idx="1" type="subTitle"/>
          </p:nvPr>
        </p:nvSpPr>
        <p:spPr>
          <a:xfrm>
            <a:off x="5112425" y="3194925"/>
            <a:ext cx="3156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pic>
        <p:nvPicPr>
          <p:cNvPr id="154" name="Google Shape;154;p30"/>
          <p:cNvPicPr preferRelativeResize="0"/>
          <p:nvPr/>
        </p:nvPicPr>
        <p:blipFill>
          <a:blip r:embed="rId2">
            <a:alphaModFix/>
          </a:blip>
          <a:stretch>
            <a:fillRect/>
          </a:stretch>
        </p:blipFill>
        <p:spPr>
          <a:xfrm flipH="1" rot="7199998">
            <a:off x="-1138410" y="-712063"/>
            <a:ext cx="6153100" cy="679926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4_1_1_1">
    <p:spTree>
      <p:nvGrpSpPr>
        <p:cNvPr id="155" name="Shape 155"/>
        <p:cNvGrpSpPr/>
        <p:nvPr/>
      </p:nvGrpSpPr>
      <p:grpSpPr>
        <a:xfrm>
          <a:off x="0" y="0"/>
          <a:ext cx="0" cy="0"/>
          <a:chOff x="0" y="0"/>
          <a:chExt cx="0" cy="0"/>
        </a:xfrm>
      </p:grpSpPr>
      <p:pic>
        <p:nvPicPr>
          <p:cNvPr id="156" name="Google Shape;156;p31"/>
          <p:cNvPicPr preferRelativeResize="0"/>
          <p:nvPr/>
        </p:nvPicPr>
        <p:blipFill>
          <a:blip r:embed="rId2">
            <a:alphaModFix/>
          </a:blip>
          <a:stretch>
            <a:fillRect/>
          </a:stretch>
        </p:blipFill>
        <p:spPr>
          <a:xfrm flipH="1" rot="3600002">
            <a:off x="4129318" y="-712064"/>
            <a:ext cx="6153100" cy="6799269"/>
          </a:xfrm>
          <a:prstGeom prst="rect">
            <a:avLst/>
          </a:prstGeom>
          <a:noFill/>
          <a:ln>
            <a:noFill/>
          </a:ln>
        </p:spPr>
      </p:pic>
      <p:sp>
        <p:nvSpPr>
          <p:cNvPr id="157" name="Google Shape;157;p31"/>
          <p:cNvSpPr txBox="1"/>
          <p:nvPr>
            <p:ph type="title"/>
          </p:nvPr>
        </p:nvSpPr>
        <p:spPr>
          <a:xfrm>
            <a:off x="1212600" y="2227050"/>
            <a:ext cx="35082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8" name="Google Shape;158;p31"/>
          <p:cNvSpPr txBox="1"/>
          <p:nvPr>
            <p:ph idx="1" type="subTitle"/>
          </p:nvPr>
        </p:nvSpPr>
        <p:spPr>
          <a:xfrm>
            <a:off x="1212600" y="3194925"/>
            <a:ext cx="35082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160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159" name="Google Shape;159;p31"/>
          <p:cNvSpPr txBox="1"/>
          <p:nvPr>
            <p:ph hasCustomPrompt="1" idx="2" type="title"/>
          </p:nvPr>
        </p:nvSpPr>
        <p:spPr>
          <a:xfrm>
            <a:off x="1214500"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160" name="Google Shape;160;p31"/>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161" name="Shape 161"/>
        <p:cNvGrpSpPr/>
        <p:nvPr/>
      </p:nvGrpSpPr>
      <p:grpSpPr>
        <a:xfrm>
          <a:off x="0" y="0"/>
          <a:ext cx="0" cy="0"/>
          <a:chOff x="0" y="0"/>
          <a:chExt cx="0" cy="0"/>
        </a:xfrm>
      </p:grpSpPr>
      <p:sp>
        <p:nvSpPr>
          <p:cNvPr id="162" name="Google Shape;162;p32"/>
          <p:cNvSpPr txBox="1"/>
          <p:nvPr>
            <p:ph idx="1" type="subTitle"/>
          </p:nvPr>
        </p:nvSpPr>
        <p:spPr>
          <a:xfrm>
            <a:off x="1990525" y="132282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63" name="Google Shape;163;p32"/>
          <p:cNvSpPr txBox="1"/>
          <p:nvPr>
            <p:ph hasCustomPrompt="1" type="title"/>
          </p:nvPr>
        </p:nvSpPr>
        <p:spPr>
          <a:xfrm>
            <a:off x="2181870" y="72157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lt1"/>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64" name="Google Shape;164;p32"/>
          <p:cNvSpPr txBox="1"/>
          <p:nvPr>
            <p:ph idx="2" type="subTitle"/>
          </p:nvPr>
        </p:nvSpPr>
        <p:spPr>
          <a:xfrm>
            <a:off x="1990525" y="267077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65" name="Google Shape;165;p32"/>
          <p:cNvSpPr txBox="1"/>
          <p:nvPr>
            <p:ph hasCustomPrompt="1" idx="3" type="title"/>
          </p:nvPr>
        </p:nvSpPr>
        <p:spPr>
          <a:xfrm>
            <a:off x="2181870" y="206952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66" name="Google Shape;166;p32"/>
          <p:cNvSpPr txBox="1"/>
          <p:nvPr>
            <p:ph idx="4" type="subTitle"/>
          </p:nvPr>
        </p:nvSpPr>
        <p:spPr>
          <a:xfrm>
            <a:off x="1990525" y="401872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67" name="Google Shape;167;p32"/>
          <p:cNvSpPr txBox="1"/>
          <p:nvPr>
            <p:ph hasCustomPrompt="1" idx="5" type="title"/>
          </p:nvPr>
        </p:nvSpPr>
        <p:spPr>
          <a:xfrm>
            <a:off x="2181870" y="341747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lt1"/>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pic>
        <p:nvPicPr>
          <p:cNvPr id="168" name="Google Shape;168;p32"/>
          <p:cNvPicPr preferRelativeResize="0"/>
          <p:nvPr/>
        </p:nvPicPr>
        <p:blipFill rotWithShape="1">
          <a:blip r:embed="rId2">
            <a:alphaModFix/>
          </a:blip>
          <a:srcRect b="0" l="30" r="30" t="0"/>
          <a:stretch/>
        </p:blipFill>
        <p:spPr>
          <a:xfrm rot="-5400000">
            <a:off x="5392666" y="2531219"/>
            <a:ext cx="7778041" cy="4351520"/>
          </a:xfrm>
          <a:prstGeom prst="rect">
            <a:avLst/>
          </a:prstGeom>
          <a:noFill/>
          <a:ln>
            <a:noFill/>
          </a:ln>
        </p:spPr>
      </p:pic>
      <p:pic>
        <p:nvPicPr>
          <p:cNvPr id="169" name="Google Shape;169;p32"/>
          <p:cNvPicPr preferRelativeResize="0"/>
          <p:nvPr/>
        </p:nvPicPr>
        <p:blipFill rotWithShape="1">
          <a:blip r:embed="rId2">
            <a:alphaModFix/>
          </a:blip>
          <a:srcRect b="0" l="30" r="30" t="0"/>
          <a:stretch/>
        </p:blipFill>
        <p:spPr>
          <a:xfrm rot="5400000">
            <a:off x="-4037883" y="-1739240"/>
            <a:ext cx="7778041" cy="435152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11_1">
    <p:spTree>
      <p:nvGrpSpPr>
        <p:cNvPr id="170" name="Shape 170"/>
        <p:cNvGrpSpPr/>
        <p:nvPr/>
      </p:nvGrpSpPr>
      <p:grpSpPr>
        <a:xfrm>
          <a:off x="0" y="0"/>
          <a:ext cx="0" cy="0"/>
          <a:chOff x="0" y="0"/>
          <a:chExt cx="0" cy="0"/>
        </a:xfrm>
      </p:grpSpPr>
      <p:pic>
        <p:nvPicPr>
          <p:cNvPr id="171" name="Google Shape;171;p33"/>
          <p:cNvPicPr preferRelativeResize="0"/>
          <p:nvPr/>
        </p:nvPicPr>
        <p:blipFill>
          <a:blip r:embed="rId2">
            <a:alphaModFix/>
          </a:blip>
          <a:stretch>
            <a:fillRect/>
          </a:stretch>
        </p:blipFill>
        <p:spPr>
          <a:xfrm rot="10800000">
            <a:off x="675098" y="-14654"/>
            <a:ext cx="1819652" cy="2125526"/>
          </a:xfrm>
          <a:prstGeom prst="rect">
            <a:avLst/>
          </a:prstGeom>
          <a:noFill/>
          <a:ln>
            <a:noFill/>
          </a:ln>
        </p:spPr>
      </p:pic>
      <p:pic>
        <p:nvPicPr>
          <p:cNvPr id="172" name="Google Shape;172;p33"/>
          <p:cNvPicPr preferRelativeResize="0"/>
          <p:nvPr/>
        </p:nvPicPr>
        <p:blipFill>
          <a:blip r:embed="rId3">
            <a:alphaModFix/>
          </a:blip>
          <a:stretch>
            <a:fillRect/>
          </a:stretch>
        </p:blipFill>
        <p:spPr>
          <a:xfrm rot="10800000">
            <a:off x="3888505" y="-1"/>
            <a:ext cx="1453074" cy="2990225"/>
          </a:xfrm>
          <a:prstGeom prst="rect">
            <a:avLst/>
          </a:prstGeom>
          <a:noFill/>
          <a:ln>
            <a:noFill/>
          </a:ln>
        </p:spPr>
      </p:pic>
      <p:sp>
        <p:nvSpPr>
          <p:cNvPr id="173" name="Google Shape;173;p33"/>
          <p:cNvSpPr txBox="1"/>
          <p:nvPr>
            <p:ph idx="1" type="subTitle"/>
          </p:nvPr>
        </p:nvSpPr>
        <p:spPr>
          <a:xfrm>
            <a:off x="789900" y="3889975"/>
            <a:ext cx="37746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4" name="Google Shape;174;p33"/>
          <p:cNvSpPr txBox="1"/>
          <p:nvPr>
            <p:ph hasCustomPrompt="1" type="title"/>
          </p:nvPr>
        </p:nvSpPr>
        <p:spPr>
          <a:xfrm>
            <a:off x="789900" y="3288725"/>
            <a:ext cx="37746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5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75" name="Google Shape;175;p33"/>
          <p:cNvSpPr txBox="1"/>
          <p:nvPr>
            <p:ph idx="2" type="subTitle"/>
          </p:nvPr>
        </p:nvSpPr>
        <p:spPr>
          <a:xfrm>
            <a:off x="4579575" y="3889975"/>
            <a:ext cx="3774600" cy="403200"/>
          </a:xfrm>
          <a:prstGeom prst="rect">
            <a:avLst/>
          </a:prstGeom>
        </p:spPr>
        <p:txBody>
          <a:bodyPr anchorCtr="0" anchor="t" bIns="91425" lIns="91425" spcFirstLastPara="1" rIns="91425" wrap="square" tIns="91425">
            <a:noAutofit/>
          </a:bodyPr>
          <a:lstStyle>
            <a:lvl1pPr lvl="0" marR="182880" algn="ctr">
              <a:lnSpc>
                <a:spcPct val="100000"/>
              </a:lnSpc>
              <a:spcBef>
                <a:spcPts val="0"/>
              </a:spcBef>
              <a:spcAft>
                <a:spcPts val="0"/>
              </a:spcAft>
              <a:buSzPts val="1400"/>
              <a:buNone/>
              <a:defRPr sz="16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6" name="Google Shape;176;p33"/>
          <p:cNvSpPr txBox="1"/>
          <p:nvPr>
            <p:ph hasCustomPrompt="1" idx="3" type="title"/>
          </p:nvPr>
        </p:nvSpPr>
        <p:spPr>
          <a:xfrm>
            <a:off x="4572003" y="3288725"/>
            <a:ext cx="37746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5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177" name="Google Shape;177;p33"/>
          <p:cNvSpPr txBox="1"/>
          <p:nvPr>
            <p:ph idx="4"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BODY_1">
    <p:spTree>
      <p:nvGrpSpPr>
        <p:cNvPr id="178" name="Shape 178"/>
        <p:cNvGrpSpPr/>
        <p:nvPr/>
      </p:nvGrpSpPr>
      <p:grpSpPr>
        <a:xfrm>
          <a:off x="0" y="0"/>
          <a:ext cx="0" cy="0"/>
          <a:chOff x="0" y="0"/>
          <a:chExt cx="0" cy="0"/>
        </a:xfrm>
      </p:grpSpPr>
      <p:pic>
        <p:nvPicPr>
          <p:cNvPr id="179" name="Google Shape;179;p34"/>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180" name="Google Shape;180;p34"/>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181" name="Google Shape;181;p34"/>
          <p:cNvSpPr txBox="1"/>
          <p:nvPr>
            <p:ph idx="2" type="title"/>
          </p:nvPr>
        </p:nvSpPr>
        <p:spPr>
          <a:xfrm>
            <a:off x="809939"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182" name="Google Shape;182;p34"/>
          <p:cNvSpPr txBox="1"/>
          <p:nvPr>
            <p:ph idx="1" type="subTitle"/>
          </p:nvPr>
        </p:nvSpPr>
        <p:spPr>
          <a:xfrm>
            <a:off x="809925"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83" name="Google Shape;183;p34"/>
          <p:cNvSpPr txBox="1"/>
          <p:nvPr>
            <p:ph idx="3" type="title"/>
          </p:nvPr>
        </p:nvSpPr>
        <p:spPr>
          <a:xfrm>
            <a:off x="3463502"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184" name="Google Shape;184;p34"/>
          <p:cNvSpPr txBox="1"/>
          <p:nvPr>
            <p:ph idx="4" type="subTitle"/>
          </p:nvPr>
        </p:nvSpPr>
        <p:spPr>
          <a:xfrm>
            <a:off x="3463488"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85" name="Google Shape;185;p34"/>
          <p:cNvSpPr txBox="1"/>
          <p:nvPr>
            <p:ph idx="5" type="title"/>
          </p:nvPr>
        </p:nvSpPr>
        <p:spPr>
          <a:xfrm>
            <a:off x="6117052"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186" name="Google Shape;186;p34"/>
          <p:cNvSpPr txBox="1"/>
          <p:nvPr>
            <p:ph idx="6" type="subTitle"/>
          </p:nvPr>
        </p:nvSpPr>
        <p:spPr>
          <a:xfrm>
            <a:off x="6117038"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87" name="Shape 187"/>
        <p:cNvGrpSpPr/>
        <p:nvPr/>
      </p:nvGrpSpPr>
      <p:grpSpPr>
        <a:xfrm>
          <a:off x="0" y="0"/>
          <a:ext cx="0" cy="0"/>
          <a:chOff x="0" y="0"/>
          <a:chExt cx="0" cy="0"/>
        </a:xfrm>
      </p:grpSpPr>
      <p:sp>
        <p:nvSpPr>
          <p:cNvPr id="188" name="Google Shape;188;p35"/>
          <p:cNvSpPr txBox="1"/>
          <p:nvPr>
            <p:ph type="title"/>
          </p:nvPr>
        </p:nvSpPr>
        <p:spPr>
          <a:xfrm>
            <a:off x="3758000" y="378225"/>
            <a:ext cx="46131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189" name="Google Shape;189;p35"/>
          <p:cNvPicPr preferRelativeResize="0"/>
          <p:nvPr/>
        </p:nvPicPr>
        <p:blipFill>
          <a:blip r:embed="rId2">
            <a:alphaModFix amt="56000"/>
          </a:blip>
          <a:stretch>
            <a:fillRect/>
          </a:stretch>
        </p:blipFill>
        <p:spPr>
          <a:xfrm rot="-1365984">
            <a:off x="-1511771" y="-174252"/>
            <a:ext cx="5918748" cy="6540298"/>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
    <p:spTree>
      <p:nvGrpSpPr>
        <p:cNvPr id="190" name="Shape 190"/>
        <p:cNvGrpSpPr/>
        <p:nvPr/>
      </p:nvGrpSpPr>
      <p:grpSpPr>
        <a:xfrm>
          <a:off x="0" y="0"/>
          <a:ext cx="0" cy="0"/>
          <a:chOff x="0" y="0"/>
          <a:chExt cx="0" cy="0"/>
        </a:xfrm>
      </p:grpSpPr>
      <p:sp>
        <p:nvSpPr>
          <p:cNvPr id="191" name="Google Shape;191;p36"/>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192" name="Google Shape;192;p36"/>
          <p:cNvPicPr preferRelativeResize="0"/>
          <p:nvPr/>
        </p:nvPicPr>
        <p:blipFill>
          <a:blip r:embed="rId2">
            <a:alphaModFix amt="50000"/>
          </a:blip>
          <a:stretch>
            <a:fillRect/>
          </a:stretch>
        </p:blipFill>
        <p:spPr>
          <a:xfrm>
            <a:off x="1" y="2801493"/>
            <a:ext cx="9144003" cy="3036157"/>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
    <p:spTree>
      <p:nvGrpSpPr>
        <p:cNvPr id="193" name="Shape 193"/>
        <p:cNvGrpSpPr/>
        <p:nvPr/>
      </p:nvGrpSpPr>
      <p:grpSpPr>
        <a:xfrm>
          <a:off x="0" y="0"/>
          <a:ext cx="0" cy="0"/>
          <a:chOff x="0" y="0"/>
          <a:chExt cx="0" cy="0"/>
        </a:xfrm>
      </p:grpSpPr>
      <p:sp>
        <p:nvSpPr>
          <p:cNvPr id="194" name="Google Shape;194;p37"/>
          <p:cNvSpPr txBox="1"/>
          <p:nvPr>
            <p:ph type="title"/>
          </p:nvPr>
        </p:nvSpPr>
        <p:spPr>
          <a:xfrm>
            <a:off x="3229175" y="378225"/>
            <a:ext cx="5142000" cy="515100"/>
          </a:xfrm>
          <a:prstGeom prst="rect">
            <a:avLst/>
          </a:prstGeom>
          <a:effectLst>
            <a:outerShdw blurRad="57150" rotWithShape="0" algn="bl" dir="5400000" dist="19050">
              <a:schemeClr val="dk2">
                <a:alpha val="50000"/>
              </a:schemeClr>
            </a:outerShdw>
          </a:effectLst>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195" name="Google Shape;195;p37"/>
          <p:cNvPicPr preferRelativeResize="0"/>
          <p:nvPr/>
        </p:nvPicPr>
        <p:blipFill>
          <a:blip r:embed="rId2">
            <a:alphaModFix/>
          </a:blip>
          <a:stretch>
            <a:fillRect/>
          </a:stretch>
        </p:blipFill>
        <p:spPr>
          <a:xfrm flipH="1" rot="5400000">
            <a:off x="-2255011" y="1532427"/>
            <a:ext cx="6751897" cy="2241876"/>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
    <p:spTree>
      <p:nvGrpSpPr>
        <p:cNvPr id="196" name="Shape 196"/>
        <p:cNvGrpSpPr/>
        <p:nvPr/>
      </p:nvGrpSpPr>
      <p:grpSpPr>
        <a:xfrm>
          <a:off x="0" y="0"/>
          <a:ext cx="0" cy="0"/>
          <a:chOff x="0" y="0"/>
          <a:chExt cx="0" cy="0"/>
        </a:xfrm>
      </p:grpSpPr>
      <p:sp>
        <p:nvSpPr>
          <p:cNvPr id="197" name="Google Shape;197;p38"/>
          <p:cNvSpPr txBox="1"/>
          <p:nvPr>
            <p:ph type="title"/>
          </p:nvPr>
        </p:nvSpPr>
        <p:spPr>
          <a:xfrm>
            <a:off x="3161025" y="378225"/>
            <a:ext cx="52101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8">
    <p:spTree>
      <p:nvGrpSpPr>
        <p:cNvPr id="198" name="Shape 198"/>
        <p:cNvGrpSpPr/>
        <p:nvPr/>
      </p:nvGrpSpPr>
      <p:grpSpPr>
        <a:xfrm>
          <a:off x="0" y="0"/>
          <a:ext cx="0" cy="0"/>
          <a:chOff x="0" y="0"/>
          <a:chExt cx="0" cy="0"/>
        </a:xfrm>
      </p:grpSpPr>
      <p:sp>
        <p:nvSpPr>
          <p:cNvPr id="199" name="Google Shape;199;p39"/>
          <p:cNvSpPr txBox="1"/>
          <p:nvPr>
            <p:ph type="title"/>
          </p:nvPr>
        </p:nvSpPr>
        <p:spPr>
          <a:xfrm>
            <a:off x="789900" y="4150672"/>
            <a:ext cx="7564200" cy="5559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00" name="Google Shape;200;p39"/>
          <p:cNvPicPr preferRelativeResize="0"/>
          <p:nvPr/>
        </p:nvPicPr>
        <p:blipFill>
          <a:blip r:embed="rId2">
            <a:alphaModFix/>
          </a:blip>
          <a:stretch>
            <a:fillRect/>
          </a:stretch>
        </p:blipFill>
        <p:spPr>
          <a:xfrm flipH="1" rot="10800000">
            <a:off x="-3640859" y="-2028805"/>
            <a:ext cx="6153101" cy="6799271"/>
          </a:xfrm>
          <a:prstGeom prst="rect">
            <a:avLst/>
          </a:prstGeom>
          <a:noFill/>
          <a:ln>
            <a:noFill/>
          </a:ln>
        </p:spPr>
      </p:pic>
      <p:pic>
        <p:nvPicPr>
          <p:cNvPr id="201" name="Google Shape;201;p39"/>
          <p:cNvPicPr preferRelativeResize="0"/>
          <p:nvPr/>
        </p:nvPicPr>
        <p:blipFill>
          <a:blip r:embed="rId2">
            <a:alphaModFix/>
          </a:blip>
          <a:stretch>
            <a:fillRect/>
          </a:stretch>
        </p:blipFill>
        <p:spPr>
          <a:xfrm rot="10800000">
            <a:off x="6631766" y="-2028805"/>
            <a:ext cx="6153101" cy="67992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2">
    <p:spTree>
      <p:nvGrpSpPr>
        <p:cNvPr id="202" name="Shape 202"/>
        <p:cNvGrpSpPr/>
        <p:nvPr/>
      </p:nvGrpSpPr>
      <p:grpSpPr>
        <a:xfrm>
          <a:off x="0" y="0"/>
          <a:ext cx="0" cy="0"/>
          <a:chOff x="0" y="0"/>
          <a:chExt cx="0" cy="0"/>
        </a:xfrm>
      </p:grpSpPr>
      <p:sp>
        <p:nvSpPr>
          <p:cNvPr id="203" name="Google Shape;203;p40"/>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04" name="Google Shape;204;p40"/>
          <p:cNvSpPr txBox="1"/>
          <p:nvPr>
            <p:ph idx="1" type="subTitle"/>
          </p:nvPr>
        </p:nvSpPr>
        <p:spPr>
          <a:xfrm>
            <a:off x="4870825" y="1767050"/>
            <a:ext cx="3273600" cy="23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0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5_1">
    <p:spTree>
      <p:nvGrpSpPr>
        <p:cNvPr id="205" name="Shape 205"/>
        <p:cNvGrpSpPr/>
        <p:nvPr/>
      </p:nvGrpSpPr>
      <p:grpSpPr>
        <a:xfrm>
          <a:off x="0" y="0"/>
          <a:ext cx="0" cy="0"/>
          <a:chOff x="0" y="0"/>
          <a:chExt cx="0" cy="0"/>
        </a:xfrm>
      </p:grpSpPr>
      <p:sp>
        <p:nvSpPr>
          <p:cNvPr id="206" name="Google Shape;206;p41"/>
          <p:cNvSpPr txBox="1"/>
          <p:nvPr>
            <p:ph idx="1" type="subTitle"/>
          </p:nvPr>
        </p:nvSpPr>
        <p:spPr>
          <a:xfrm>
            <a:off x="1098925" y="531350"/>
            <a:ext cx="3273600" cy="1235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800"/>
              <a:buFont typeface="Montserrat ExtraBold"/>
              <a:buNone/>
              <a:defRPr>
                <a:latin typeface="Montserrat ExtraBold"/>
                <a:ea typeface="Montserrat ExtraBold"/>
                <a:cs typeface="Montserrat ExtraBold"/>
                <a:sym typeface="Montserrat ExtraBold"/>
              </a:defRPr>
            </a:lvl1pPr>
            <a:lvl2pPr lvl="1"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2pPr>
            <a:lvl3pPr lvl="2"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3pPr>
            <a:lvl4pPr lvl="3"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4pPr>
            <a:lvl5pPr lvl="4"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5pPr>
            <a:lvl6pPr lvl="5"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6pPr>
            <a:lvl7pPr lvl="6"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7pPr>
            <a:lvl8pPr lvl="7"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8pPr>
            <a:lvl9pPr lvl="8"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9pPr>
          </a:lstStyle>
          <a:p/>
        </p:txBody>
      </p:sp>
      <p:sp>
        <p:nvSpPr>
          <p:cNvPr id="207" name="Google Shape;207;p41"/>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08" name="Google Shape;208;p41"/>
          <p:cNvSpPr txBox="1"/>
          <p:nvPr>
            <p:ph idx="2" type="subTitle"/>
          </p:nvPr>
        </p:nvSpPr>
        <p:spPr>
          <a:xfrm>
            <a:off x="1098925" y="1971825"/>
            <a:ext cx="3273600" cy="2324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0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
    <p:spTree>
      <p:nvGrpSpPr>
        <p:cNvPr id="209" name="Shape 209"/>
        <p:cNvGrpSpPr/>
        <p:nvPr/>
      </p:nvGrpSpPr>
      <p:grpSpPr>
        <a:xfrm>
          <a:off x="0" y="0"/>
          <a:ext cx="0" cy="0"/>
          <a:chOff x="0" y="0"/>
          <a:chExt cx="0" cy="0"/>
        </a:xfrm>
      </p:grpSpPr>
      <p:sp>
        <p:nvSpPr>
          <p:cNvPr id="210" name="Google Shape;210;p42"/>
          <p:cNvSpPr txBox="1"/>
          <p:nvPr>
            <p:ph type="title"/>
          </p:nvPr>
        </p:nvSpPr>
        <p:spPr>
          <a:xfrm>
            <a:off x="4734000" y="378225"/>
            <a:ext cx="36372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11" name="Google Shape;211;p42"/>
          <p:cNvSpPr txBox="1"/>
          <p:nvPr>
            <p:ph idx="1" type="subTitle"/>
          </p:nvPr>
        </p:nvSpPr>
        <p:spPr>
          <a:xfrm>
            <a:off x="4962600" y="1726500"/>
            <a:ext cx="3637200" cy="2116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6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pic>
        <p:nvPicPr>
          <p:cNvPr id="212" name="Google Shape;212;p42"/>
          <p:cNvPicPr preferRelativeResize="0"/>
          <p:nvPr/>
        </p:nvPicPr>
        <p:blipFill>
          <a:blip r:embed="rId2">
            <a:alphaModFix/>
          </a:blip>
          <a:stretch>
            <a:fillRect/>
          </a:stretch>
        </p:blipFill>
        <p:spPr>
          <a:xfrm rot="10800000">
            <a:off x="442601" y="0"/>
            <a:ext cx="1488450" cy="3063002"/>
          </a:xfrm>
          <a:prstGeom prst="rect">
            <a:avLst/>
          </a:prstGeom>
          <a:noFill/>
          <a:ln>
            <a:noFill/>
          </a:ln>
        </p:spPr>
      </p:pic>
      <p:pic>
        <p:nvPicPr>
          <p:cNvPr id="213" name="Google Shape;213;p42"/>
          <p:cNvPicPr preferRelativeResize="0"/>
          <p:nvPr/>
        </p:nvPicPr>
        <p:blipFill>
          <a:blip r:embed="rId2">
            <a:alphaModFix/>
          </a:blip>
          <a:stretch>
            <a:fillRect/>
          </a:stretch>
        </p:blipFill>
        <p:spPr>
          <a:xfrm>
            <a:off x="8354100" y="2892100"/>
            <a:ext cx="1488450" cy="3063002"/>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7">
    <p:spTree>
      <p:nvGrpSpPr>
        <p:cNvPr id="214" name="Shape 214"/>
        <p:cNvGrpSpPr/>
        <p:nvPr/>
      </p:nvGrpSpPr>
      <p:grpSpPr>
        <a:xfrm>
          <a:off x="0" y="0"/>
          <a:ext cx="0" cy="0"/>
          <a:chOff x="0" y="0"/>
          <a:chExt cx="0" cy="0"/>
        </a:xfrm>
      </p:grpSpPr>
      <p:pic>
        <p:nvPicPr>
          <p:cNvPr id="215" name="Google Shape;215;p43"/>
          <p:cNvPicPr preferRelativeResize="0"/>
          <p:nvPr/>
        </p:nvPicPr>
        <p:blipFill>
          <a:blip r:embed="rId2">
            <a:alphaModFix/>
          </a:blip>
          <a:stretch>
            <a:fillRect/>
          </a:stretch>
        </p:blipFill>
        <p:spPr>
          <a:xfrm rot="5399995">
            <a:off x="-2368482" y="1910826"/>
            <a:ext cx="6751897" cy="2241876"/>
          </a:xfrm>
          <a:prstGeom prst="rect">
            <a:avLst/>
          </a:prstGeom>
          <a:noFill/>
          <a:ln>
            <a:noFill/>
          </a:ln>
        </p:spPr>
      </p:pic>
      <p:sp>
        <p:nvSpPr>
          <p:cNvPr id="216" name="Google Shape;216;p43"/>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17" name="Google Shape;217;p43"/>
          <p:cNvSpPr txBox="1"/>
          <p:nvPr>
            <p:ph idx="1" type="subTitle"/>
          </p:nvPr>
        </p:nvSpPr>
        <p:spPr>
          <a:xfrm>
            <a:off x="1976000" y="2684865"/>
            <a:ext cx="2241900" cy="1925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9">
    <p:spTree>
      <p:nvGrpSpPr>
        <p:cNvPr id="218" name="Shape 218"/>
        <p:cNvGrpSpPr/>
        <p:nvPr/>
      </p:nvGrpSpPr>
      <p:grpSpPr>
        <a:xfrm>
          <a:off x="0" y="0"/>
          <a:ext cx="0" cy="0"/>
          <a:chOff x="0" y="0"/>
          <a:chExt cx="0" cy="0"/>
        </a:xfrm>
      </p:grpSpPr>
      <p:sp>
        <p:nvSpPr>
          <p:cNvPr id="219" name="Google Shape;219;p44"/>
          <p:cNvSpPr txBox="1"/>
          <p:nvPr>
            <p:ph type="title"/>
          </p:nvPr>
        </p:nvSpPr>
        <p:spPr>
          <a:xfrm>
            <a:off x="5284303" y="3314360"/>
            <a:ext cx="3069900" cy="4653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1800"/>
              <a:buNone/>
              <a:defRPr sz="2000">
                <a:solidFill>
                  <a:schemeClr val="accent2"/>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20" name="Google Shape;220;p44"/>
          <p:cNvSpPr txBox="1"/>
          <p:nvPr>
            <p:ph idx="1" type="subTitle"/>
          </p:nvPr>
        </p:nvSpPr>
        <p:spPr>
          <a:xfrm>
            <a:off x="2702800" y="1363838"/>
            <a:ext cx="5651100" cy="1853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221" name="Google Shape;221;p44"/>
          <p:cNvPicPr preferRelativeResize="0"/>
          <p:nvPr/>
        </p:nvPicPr>
        <p:blipFill>
          <a:blip r:embed="rId2">
            <a:alphaModFix/>
          </a:blip>
          <a:stretch>
            <a:fillRect/>
          </a:stretch>
        </p:blipFill>
        <p:spPr>
          <a:xfrm rot="-5400000">
            <a:off x="-1874003" y="1459629"/>
            <a:ext cx="6272302" cy="1747924"/>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9_1">
    <p:spTree>
      <p:nvGrpSpPr>
        <p:cNvPr id="222" name="Shape 222"/>
        <p:cNvGrpSpPr/>
        <p:nvPr/>
      </p:nvGrpSpPr>
      <p:grpSpPr>
        <a:xfrm>
          <a:off x="0" y="0"/>
          <a:ext cx="0" cy="0"/>
          <a:chOff x="0" y="0"/>
          <a:chExt cx="0" cy="0"/>
        </a:xfrm>
      </p:grpSpPr>
      <p:sp>
        <p:nvSpPr>
          <p:cNvPr id="223" name="Google Shape;223;p45"/>
          <p:cNvSpPr txBox="1"/>
          <p:nvPr>
            <p:ph idx="1" type="subTitle"/>
          </p:nvPr>
        </p:nvSpPr>
        <p:spPr>
          <a:xfrm>
            <a:off x="789900" y="3390968"/>
            <a:ext cx="7563900" cy="9807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5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24" name="Google Shape;224;p45"/>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25" name="Google Shape;225;p45"/>
          <p:cNvSpPr txBox="1"/>
          <p:nvPr>
            <p:ph idx="2" type="title"/>
          </p:nvPr>
        </p:nvSpPr>
        <p:spPr>
          <a:xfrm>
            <a:off x="2400850" y="4295468"/>
            <a:ext cx="5970300" cy="401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Char char="-"/>
              <a:defRPr sz="1600"/>
            </a:lvl1pPr>
            <a:lvl2pPr lvl="1" algn="r">
              <a:spcBef>
                <a:spcPts val="0"/>
              </a:spcBef>
              <a:spcAft>
                <a:spcPts val="0"/>
              </a:spcAft>
              <a:buSzPts val="2100"/>
              <a:buChar char="-"/>
              <a:defRPr sz="2100"/>
            </a:lvl2pPr>
            <a:lvl3pPr lvl="2" algn="r">
              <a:spcBef>
                <a:spcPts val="0"/>
              </a:spcBef>
              <a:spcAft>
                <a:spcPts val="0"/>
              </a:spcAft>
              <a:buSzPts val="2100"/>
              <a:buChar char="-"/>
              <a:defRPr sz="2100"/>
            </a:lvl3pPr>
            <a:lvl4pPr lvl="3" algn="r">
              <a:spcBef>
                <a:spcPts val="0"/>
              </a:spcBef>
              <a:spcAft>
                <a:spcPts val="0"/>
              </a:spcAft>
              <a:buSzPts val="2100"/>
              <a:buChar char="-"/>
              <a:defRPr sz="2100"/>
            </a:lvl4pPr>
            <a:lvl5pPr lvl="4" algn="r">
              <a:spcBef>
                <a:spcPts val="0"/>
              </a:spcBef>
              <a:spcAft>
                <a:spcPts val="0"/>
              </a:spcAft>
              <a:buSzPts val="2100"/>
              <a:buChar char="-"/>
              <a:defRPr sz="2100"/>
            </a:lvl5pPr>
            <a:lvl6pPr lvl="5" algn="r">
              <a:spcBef>
                <a:spcPts val="0"/>
              </a:spcBef>
              <a:spcAft>
                <a:spcPts val="0"/>
              </a:spcAft>
              <a:buSzPts val="2100"/>
              <a:buChar char="-"/>
              <a:defRPr sz="2100"/>
            </a:lvl6pPr>
            <a:lvl7pPr lvl="6" algn="r">
              <a:spcBef>
                <a:spcPts val="0"/>
              </a:spcBef>
              <a:spcAft>
                <a:spcPts val="0"/>
              </a:spcAft>
              <a:buSzPts val="2100"/>
              <a:buChar char="-"/>
              <a:defRPr sz="2100"/>
            </a:lvl7pPr>
            <a:lvl8pPr lvl="7" algn="r">
              <a:spcBef>
                <a:spcPts val="0"/>
              </a:spcBef>
              <a:spcAft>
                <a:spcPts val="0"/>
              </a:spcAft>
              <a:buSzPts val="2100"/>
              <a:buChar char="-"/>
              <a:defRPr sz="2100"/>
            </a:lvl8pPr>
            <a:lvl9pPr lvl="8" algn="r">
              <a:spcBef>
                <a:spcPts val="0"/>
              </a:spcBef>
              <a:spcAft>
                <a:spcPts val="0"/>
              </a:spcAft>
              <a:buSzPts val="2100"/>
              <a:buChar char="-"/>
              <a:defRPr sz="2100"/>
            </a:lvl9pPr>
          </a:lstStyle>
          <a:p/>
        </p:txBody>
      </p:sp>
      <p:pic>
        <p:nvPicPr>
          <p:cNvPr id="226" name="Google Shape;226;p45"/>
          <p:cNvPicPr preferRelativeResize="0"/>
          <p:nvPr/>
        </p:nvPicPr>
        <p:blipFill>
          <a:blip r:embed="rId2">
            <a:alphaModFix/>
          </a:blip>
          <a:stretch>
            <a:fillRect/>
          </a:stretch>
        </p:blipFill>
        <p:spPr>
          <a:xfrm rot="5400000">
            <a:off x="446400" y="-75899"/>
            <a:ext cx="1878876" cy="3148474"/>
          </a:xfrm>
          <a:prstGeom prst="rect">
            <a:avLst/>
          </a:prstGeom>
          <a:noFill/>
          <a:ln>
            <a:noFill/>
          </a:ln>
        </p:spPr>
      </p:pic>
      <p:pic>
        <p:nvPicPr>
          <p:cNvPr id="227" name="Google Shape;227;p45"/>
          <p:cNvPicPr preferRelativeResize="0"/>
          <p:nvPr/>
        </p:nvPicPr>
        <p:blipFill>
          <a:blip r:embed="rId3">
            <a:alphaModFix/>
          </a:blip>
          <a:stretch>
            <a:fillRect/>
          </a:stretch>
        </p:blipFill>
        <p:spPr>
          <a:xfrm flipH="1" rot="-5400000">
            <a:off x="6993624" y="175926"/>
            <a:ext cx="1519775" cy="3127473"/>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0">
    <p:spTree>
      <p:nvGrpSpPr>
        <p:cNvPr id="228" name="Shape 228"/>
        <p:cNvGrpSpPr/>
        <p:nvPr/>
      </p:nvGrpSpPr>
      <p:grpSpPr>
        <a:xfrm>
          <a:off x="0" y="0"/>
          <a:ext cx="0" cy="0"/>
          <a:chOff x="0" y="0"/>
          <a:chExt cx="0" cy="0"/>
        </a:xfrm>
      </p:grpSpPr>
      <p:pic>
        <p:nvPicPr>
          <p:cNvPr id="229" name="Google Shape;229;p46"/>
          <p:cNvPicPr preferRelativeResize="0"/>
          <p:nvPr/>
        </p:nvPicPr>
        <p:blipFill>
          <a:blip r:embed="rId2">
            <a:alphaModFix amt="50000"/>
          </a:blip>
          <a:stretch>
            <a:fillRect/>
          </a:stretch>
        </p:blipFill>
        <p:spPr>
          <a:xfrm>
            <a:off x="-3192424" y="1047350"/>
            <a:ext cx="12336426" cy="4096149"/>
          </a:xfrm>
          <a:prstGeom prst="rect">
            <a:avLst/>
          </a:prstGeom>
          <a:noFill/>
          <a:ln>
            <a:noFill/>
          </a:ln>
        </p:spPr>
      </p:pic>
      <p:sp>
        <p:nvSpPr>
          <p:cNvPr id="230" name="Google Shape;230;p46"/>
          <p:cNvSpPr txBox="1"/>
          <p:nvPr>
            <p:ph type="title"/>
          </p:nvPr>
        </p:nvSpPr>
        <p:spPr>
          <a:xfrm>
            <a:off x="5033100" y="1498000"/>
            <a:ext cx="3168600" cy="534300"/>
          </a:xfrm>
          <a:prstGeom prst="rect">
            <a:avLst/>
          </a:prstGeom>
        </p:spPr>
        <p:txBody>
          <a:bodyPr anchorCtr="0" anchor="b" bIns="91425" lIns="91425" spcFirstLastPara="1" rIns="91425" wrap="square" tIns="91425">
            <a:noAutofit/>
          </a:bodyPr>
          <a:lstStyle>
            <a:lvl1pPr lvl="0">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231" name="Google Shape;231;p46"/>
          <p:cNvSpPr txBox="1"/>
          <p:nvPr>
            <p:ph idx="1" type="subTitle"/>
          </p:nvPr>
        </p:nvSpPr>
        <p:spPr>
          <a:xfrm>
            <a:off x="5033100" y="2110500"/>
            <a:ext cx="3168600" cy="1561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solidFill>
                  <a:schemeClr val="lt1"/>
                </a:solidFill>
              </a:defRPr>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0_1">
    <p:spTree>
      <p:nvGrpSpPr>
        <p:cNvPr id="232" name="Shape 232"/>
        <p:cNvGrpSpPr/>
        <p:nvPr/>
      </p:nvGrpSpPr>
      <p:grpSpPr>
        <a:xfrm>
          <a:off x="0" y="0"/>
          <a:ext cx="0" cy="0"/>
          <a:chOff x="0" y="0"/>
          <a:chExt cx="0" cy="0"/>
        </a:xfrm>
      </p:grpSpPr>
      <p:pic>
        <p:nvPicPr>
          <p:cNvPr id="233" name="Google Shape;233;p47"/>
          <p:cNvPicPr preferRelativeResize="0"/>
          <p:nvPr/>
        </p:nvPicPr>
        <p:blipFill>
          <a:blip r:embed="rId2">
            <a:alphaModFix amt="50000"/>
          </a:blip>
          <a:stretch>
            <a:fillRect/>
          </a:stretch>
        </p:blipFill>
        <p:spPr>
          <a:xfrm rot="10800000">
            <a:off x="-3192424" y="0"/>
            <a:ext cx="12336426" cy="4096149"/>
          </a:xfrm>
          <a:prstGeom prst="rect">
            <a:avLst/>
          </a:prstGeom>
          <a:noFill/>
          <a:ln>
            <a:noFill/>
          </a:ln>
        </p:spPr>
      </p:pic>
      <p:sp>
        <p:nvSpPr>
          <p:cNvPr id="234" name="Google Shape;234;p47"/>
          <p:cNvSpPr txBox="1"/>
          <p:nvPr>
            <p:ph type="title"/>
          </p:nvPr>
        </p:nvSpPr>
        <p:spPr>
          <a:xfrm>
            <a:off x="942300" y="1498000"/>
            <a:ext cx="3168600" cy="534300"/>
          </a:xfrm>
          <a:prstGeom prst="rect">
            <a:avLst/>
          </a:prstGeom>
        </p:spPr>
        <p:txBody>
          <a:bodyPr anchorCtr="0" anchor="b" bIns="91425" lIns="91425" spcFirstLastPara="1" rIns="91425" wrap="square" tIns="91425">
            <a:noAutofit/>
          </a:bodyPr>
          <a:lstStyle>
            <a:lvl1pPr lvl="0">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235" name="Google Shape;235;p47"/>
          <p:cNvSpPr txBox="1"/>
          <p:nvPr>
            <p:ph idx="1" type="subTitle"/>
          </p:nvPr>
        </p:nvSpPr>
        <p:spPr>
          <a:xfrm>
            <a:off x="942300" y="2110500"/>
            <a:ext cx="3168600" cy="1561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solidFill>
                  <a:schemeClr val="lt1"/>
                </a:solidFill>
              </a:defRPr>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BODY_1_1">
    <p:spTree>
      <p:nvGrpSpPr>
        <p:cNvPr id="236" name="Shape 236"/>
        <p:cNvGrpSpPr/>
        <p:nvPr/>
      </p:nvGrpSpPr>
      <p:grpSpPr>
        <a:xfrm>
          <a:off x="0" y="0"/>
          <a:ext cx="0" cy="0"/>
          <a:chOff x="0" y="0"/>
          <a:chExt cx="0" cy="0"/>
        </a:xfrm>
      </p:grpSpPr>
      <p:pic>
        <p:nvPicPr>
          <p:cNvPr id="237" name="Google Shape;237;p48"/>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238" name="Google Shape;238;p48"/>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39" name="Google Shape;239;p48"/>
          <p:cNvSpPr txBox="1"/>
          <p:nvPr>
            <p:ph idx="2" type="title"/>
          </p:nvPr>
        </p:nvSpPr>
        <p:spPr>
          <a:xfrm>
            <a:off x="905723"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0" name="Google Shape;240;p48"/>
          <p:cNvSpPr txBox="1"/>
          <p:nvPr>
            <p:ph idx="1" type="subTitle"/>
          </p:nvPr>
        </p:nvSpPr>
        <p:spPr>
          <a:xfrm>
            <a:off x="905713"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 name="Google Shape;241;p48"/>
          <p:cNvSpPr txBox="1"/>
          <p:nvPr>
            <p:ph idx="3" type="title"/>
          </p:nvPr>
        </p:nvSpPr>
        <p:spPr>
          <a:xfrm>
            <a:off x="2817510"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2" name="Google Shape;242;p48"/>
          <p:cNvSpPr txBox="1"/>
          <p:nvPr>
            <p:ph idx="4" type="subTitle"/>
          </p:nvPr>
        </p:nvSpPr>
        <p:spPr>
          <a:xfrm>
            <a:off x="2817500"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 name="Google Shape;243;p48"/>
          <p:cNvSpPr txBox="1"/>
          <p:nvPr>
            <p:ph idx="5" type="title"/>
          </p:nvPr>
        </p:nvSpPr>
        <p:spPr>
          <a:xfrm>
            <a:off x="4729288"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4" name="Google Shape;244;p48"/>
          <p:cNvSpPr txBox="1"/>
          <p:nvPr>
            <p:ph idx="6" type="subTitle"/>
          </p:nvPr>
        </p:nvSpPr>
        <p:spPr>
          <a:xfrm>
            <a:off x="4729278"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5" name="Google Shape;245;p48"/>
          <p:cNvSpPr txBox="1"/>
          <p:nvPr>
            <p:ph idx="7" type="title"/>
          </p:nvPr>
        </p:nvSpPr>
        <p:spPr>
          <a:xfrm>
            <a:off x="6641075"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46" name="Google Shape;246;p48"/>
          <p:cNvSpPr txBox="1"/>
          <p:nvPr>
            <p:ph idx="8" type="subTitle"/>
          </p:nvPr>
        </p:nvSpPr>
        <p:spPr>
          <a:xfrm>
            <a:off x="6641065"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_AND_BODY_1_1_1">
    <p:spTree>
      <p:nvGrpSpPr>
        <p:cNvPr id="247" name="Shape 247"/>
        <p:cNvGrpSpPr/>
        <p:nvPr/>
      </p:nvGrpSpPr>
      <p:grpSpPr>
        <a:xfrm>
          <a:off x="0" y="0"/>
          <a:ext cx="0" cy="0"/>
          <a:chOff x="0" y="0"/>
          <a:chExt cx="0" cy="0"/>
        </a:xfrm>
      </p:grpSpPr>
      <p:sp>
        <p:nvSpPr>
          <p:cNvPr id="248" name="Google Shape;248;p49"/>
          <p:cNvSpPr txBox="1"/>
          <p:nvPr>
            <p:ph type="title"/>
          </p:nvPr>
        </p:nvSpPr>
        <p:spPr>
          <a:xfrm>
            <a:off x="3262325" y="378225"/>
            <a:ext cx="51087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49" name="Google Shape;249;p49"/>
          <p:cNvSpPr txBox="1"/>
          <p:nvPr>
            <p:ph idx="2" type="title"/>
          </p:nvPr>
        </p:nvSpPr>
        <p:spPr>
          <a:xfrm>
            <a:off x="789993" y="1505122"/>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0" name="Google Shape;250;p49"/>
          <p:cNvSpPr txBox="1"/>
          <p:nvPr>
            <p:ph idx="1" type="subTitle"/>
          </p:nvPr>
        </p:nvSpPr>
        <p:spPr>
          <a:xfrm>
            <a:off x="789963" y="1878272"/>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1" name="Google Shape;251;p49"/>
          <p:cNvSpPr txBox="1"/>
          <p:nvPr>
            <p:ph idx="3" type="title"/>
          </p:nvPr>
        </p:nvSpPr>
        <p:spPr>
          <a:xfrm>
            <a:off x="790019" y="3313673"/>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lt1"/>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2" name="Google Shape;252;p49"/>
          <p:cNvSpPr txBox="1"/>
          <p:nvPr>
            <p:ph idx="4" type="subTitle"/>
          </p:nvPr>
        </p:nvSpPr>
        <p:spPr>
          <a:xfrm>
            <a:off x="790006" y="3686823"/>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3" name="Google Shape;253;p49"/>
          <p:cNvSpPr txBox="1"/>
          <p:nvPr>
            <p:ph idx="5" type="title"/>
          </p:nvPr>
        </p:nvSpPr>
        <p:spPr>
          <a:xfrm>
            <a:off x="4874377" y="3313673"/>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l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4" name="Google Shape;254;p49"/>
          <p:cNvSpPr txBox="1"/>
          <p:nvPr>
            <p:ph idx="6" type="subTitle"/>
          </p:nvPr>
        </p:nvSpPr>
        <p:spPr>
          <a:xfrm>
            <a:off x="4874359" y="3686823"/>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5" name="Google Shape;255;p49"/>
          <p:cNvSpPr txBox="1"/>
          <p:nvPr>
            <p:ph idx="7" type="title"/>
          </p:nvPr>
        </p:nvSpPr>
        <p:spPr>
          <a:xfrm>
            <a:off x="4874402" y="1505122"/>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accent3"/>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56" name="Google Shape;256;p49"/>
          <p:cNvSpPr txBox="1"/>
          <p:nvPr>
            <p:ph idx="8" type="subTitle"/>
          </p:nvPr>
        </p:nvSpPr>
        <p:spPr>
          <a:xfrm>
            <a:off x="4874375" y="1878272"/>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257" name="Google Shape;257;p49"/>
          <p:cNvPicPr preferRelativeResize="0"/>
          <p:nvPr/>
        </p:nvPicPr>
        <p:blipFill>
          <a:blip r:embed="rId2">
            <a:alphaModFix/>
          </a:blip>
          <a:stretch>
            <a:fillRect/>
          </a:stretch>
        </p:blipFill>
        <p:spPr>
          <a:xfrm flipH="1" rot="10800000">
            <a:off x="-756675" y="-129950"/>
            <a:ext cx="3912276" cy="137772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_2">
    <p:spTree>
      <p:nvGrpSpPr>
        <p:cNvPr id="258" name="Shape 258"/>
        <p:cNvGrpSpPr/>
        <p:nvPr/>
      </p:nvGrpSpPr>
      <p:grpSpPr>
        <a:xfrm>
          <a:off x="0" y="0"/>
          <a:ext cx="0" cy="0"/>
          <a:chOff x="0" y="0"/>
          <a:chExt cx="0" cy="0"/>
        </a:xfrm>
      </p:grpSpPr>
      <p:pic>
        <p:nvPicPr>
          <p:cNvPr id="259" name="Google Shape;259;p50"/>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260" name="Google Shape;260;p50"/>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61" name="Google Shape;261;p50"/>
          <p:cNvSpPr txBox="1"/>
          <p:nvPr>
            <p:ph idx="2" type="title"/>
          </p:nvPr>
        </p:nvSpPr>
        <p:spPr>
          <a:xfrm>
            <a:off x="1426194" y="2418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62" name="Google Shape;262;p50"/>
          <p:cNvSpPr txBox="1"/>
          <p:nvPr>
            <p:ph idx="1" type="subTitle"/>
          </p:nvPr>
        </p:nvSpPr>
        <p:spPr>
          <a:xfrm>
            <a:off x="1426175" y="2791400"/>
            <a:ext cx="2428200" cy="143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3" name="Google Shape;263;p50"/>
          <p:cNvSpPr txBox="1"/>
          <p:nvPr>
            <p:ph idx="3" type="title"/>
          </p:nvPr>
        </p:nvSpPr>
        <p:spPr>
          <a:xfrm>
            <a:off x="5289622" y="2418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Font typeface="Montserrat Alternates ExtraBold"/>
              <a:buNone/>
              <a:defRPr sz="1600">
                <a:solidFill>
                  <a:schemeClr val="accent2"/>
                </a:solidFill>
                <a:latin typeface="Montserrat Alternates ExtraBold"/>
                <a:ea typeface="Montserrat Alternates ExtraBold"/>
                <a:cs typeface="Montserrat Alternates ExtraBold"/>
                <a:sym typeface="Montserrat Alternates ExtraBold"/>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64" name="Google Shape;264;p50"/>
          <p:cNvSpPr txBox="1"/>
          <p:nvPr>
            <p:ph idx="4" type="subTitle"/>
          </p:nvPr>
        </p:nvSpPr>
        <p:spPr>
          <a:xfrm>
            <a:off x="5289601" y="2791400"/>
            <a:ext cx="2428200" cy="143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Montserrat Alternates Light"/>
              <a:buNone/>
              <a:defRPr sz="1400">
                <a:latin typeface="Montserrat Alternates Light"/>
                <a:ea typeface="Montserrat Alternates Light"/>
                <a:cs typeface="Montserrat Alternates Light"/>
                <a:sym typeface="Montserrat Alternates Light"/>
              </a:defRPr>
            </a:lvl1pPr>
            <a:lvl2pPr lvl="1"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2pPr>
            <a:lvl3pPr lvl="2"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3pPr>
            <a:lvl4pPr lvl="3"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4pPr>
            <a:lvl5pPr lvl="4"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5pPr>
            <a:lvl6pPr lvl="5"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6pPr>
            <a:lvl7pPr lvl="6"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7pPr>
            <a:lvl8pPr lvl="7"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8pPr>
            <a:lvl9pPr lvl="8"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BODY_1_2_1">
    <p:spTree>
      <p:nvGrpSpPr>
        <p:cNvPr id="265" name="Shape 265"/>
        <p:cNvGrpSpPr/>
        <p:nvPr/>
      </p:nvGrpSpPr>
      <p:grpSpPr>
        <a:xfrm>
          <a:off x="0" y="0"/>
          <a:ext cx="0" cy="0"/>
          <a:chOff x="0" y="0"/>
          <a:chExt cx="0" cy="0"/>
        </a:xfrm>
      </p:grpSpPr>
      <p:pic>
        <p:nvPicPr>
          <p:cNvPr id="266" name="Google Shape;266;p51"/>
          <p:cNvPicPr preferRelativeResize="0"/>
          <p:nvPr/>
        </p:nvPicPr>
        <p:blipFill>
          <a:blip r:embed="rId2">
            <a:alphaModFix/>
          </a:blip>
          <a:stretch>
            <a:fillRect/>
          </a:stretch>
        </p:blipFill>
        <p:spPr>
          <a:xfrm rot="-5400000">
            <a:off x="1997451" y="858725"/>
            <a:ext cx="5921949" cy="2780201"/>
          </a:xfrm>
          <a:prstGeom prst="rect">
            <a:avLst/>
          </a:prstGeom>
          <a:noFill/>
          <a:ln>
            <a:noFill/>
          </a:ln>
        </p:spPr>
      </p:pic>
      <p:sp>
        <p:nvSpPr>
          <p:cNvPr id="267" name="Google Shape;267;p51"/>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68" name="Google Shape;268;p51"/>
          <p:cNvSpPr txBox="1"/>
          <p:nvPr>
            <p:ph idx="2" type="title"/>
          </p:nvPr>
        </p:nvSpPr>
        <p:spPr>
          <a:xfrm>
            <a:off x="866631" y="3601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69" name="Google Shape;269;p51"/>
          <p:cNvSpPr txBox="1"/>
          <p:nvPr>
            <p:ph idx="1" type="subTitle"/>
          </p:nvPr>
        </p:nvSpPr>
        <p:spPr>
          <a:xfrm>
            <a:off x="866625" y="3974400"/>
            <a:ext cx="2428200" cy="61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0" name="Google Shape;270;p51"/>
          <p:cNvSpPr txBox="1"/>
          <p:nvPr>
            <p:ph idx="3" type="title"/>
          </p:nvPr>
        </p:nvSpPr>
        <p:spPr>
          <a:xfrm>
            <a:off x="5849210" y="3601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Font typeface="Montserrat Alternates ExtraBold"/>
              <a:buNone/>
              <a:defRPr sz="1600">
                <a:solidFill>
                  <a:schemeClr val="accent2"/>
                </a:solidFill>
                <a:latin typeface="Montserrat Alternates ExtraBold"/>
                <a:ea typeface="Montserrat Alternates ExtraBold"/>
                <a:cs typeface="Montserrat Alternates ExtraBold"/>
                <a:sym typeface="Montserrat Alternates ExtraBold"/>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71" name="Google Shape;271;p51"/>
          <p:cNvSpPr txBox="1"/>
          <p:nvPr>
            <p:ph idx="4" type="subTitle"/>
          </p:nvPr>
        </p:nvSpPr>
        <p:spPr>
          <a:xfrm>
            <a:off x="5849200" y="3974400"/>
            <a:ext cx="2428200" cy="61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Montserrat Alternates Light"/>
              <a:buNone/>
              <a:defRPr sz="1400">
                <a:solidFill>
                  <a:schemeClr val="lt1"/>
                </a:solidFill>
              </a:defRPr>
            </a:lvl1pPr>
            <a:lvl2pPr lvl="1"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2pPr>
            <a:lvl3pPr lvl="2"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3pPr>
            <a:lvl4pPr lvl="3"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4pPr>
            <a:lvl5pPr lvl="4"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5pPr>
            <a:lvl6pPr lvl="5"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6pPr>
            <a:lvl7pPr lvl="6"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7pPr>
            <a:lvl8pPr lvl="7"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8pPr>
            <a:lvl9pPr lvl="8"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BODY_1_2_2_1">
    <p:spTree>
      <p:nvGrpSpPr>
        <p:cNvPr id="272" name="Shape 272"/>
        <p:cNvGrpSpPr/>
        <p:nvPr/>
      </p:nvGrpSpPr>
      <p:grpSpPr>
        <a:xfrm>
          <a:off x="0" y="0"/>
          <a:ext cx="0" cy="0"/>
          <a:chOff x="0" y="0"/>
          <a:chExt cx="0" cy="0"/>
        </a:xfrm>
      </p:grpSpPr>
      <p:pic>
        <p:nvPicPr>
          <p:cNvPr id="273" name="Google Shape;273;p52"/>
          <p:cNvPicPr preferRelativeResize="0"/>
          <p:nvPr/>
        </p:nvPicPr>
        <p:blipFill>
          <a:blip r:embed="rId2">
            <a:alphaModFix/>
          </a:blip>
          <a:stretch>
            <a:fillRect/>
          </a:stretch>
        </p:blipFill>
        <p:spPr>
          <a:xfrm rot="-4">
            <a:off x="3" y="3019082"/>
            <a:ext cx="9533454" cy="3165459"/>
          </a:xfrm>
          <a:prstGeom prst="rect">
            <a:avLst/>
          </a:prstGeom>
          <a:noFill/>
          <a:ln>
            <a:noFill/>
          </a:ln>
        </p:spPr>
      </p:pic>
      <p:sp>
        <p:nvSpPr>
          <p:cNvPr id="274" name="Google Shape;274;p52"/>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75" name="Google Shape;275;p52"/>
          <p:cNvSpPr txBox="1"/>
          <p:nvPr>
            <p:ph idx="2" type="title"/>
          </p:nvPr>
        </p:nvSpPr>
        <p:spPr>
          <a:xfrm>
            <a:off x="1671086" y="1231700"/>
            <a:ext cx="2805900" cy="3819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r">
              <a:spcBef>
                <a:spcPts val="0"/>
              </a:spcBef>
              <a:spcAft>
                <a:spcPts val="0"/>
              </a:spcAft>
              <a:buClr>
                <a:schemeClr val="accent2"/>
              </a:buClr>
              <a:buSzPts val="4200"/>
              <a:buNone/>
              <a:defRPr sz="4200">
                <a:solidFill>
                  <a:schemeClr val="accent2"/>
                </a:solidFill>
              </a:defRPr>
            </a:lvl2pPr>
            <a:lvl3pPr lvl="2" algn="r">
              <a:spcBef>
                <a:spcPts val="0"/>
              </a:spcBef>
              <a:spcAft>
                <a:spcPts val="0"/>
              </a:spcAft>
              <a:buClr>
                <a:schemeClr val="accent2"/>
              </a:buClr>
              <a:buSzPts val="4200"/>
              <a:buNone/>
              <a:defRPr sz="4200">
                <a:solidFill>
                  <a:schemeClr val="accent2"/>
                </a:solidFill>
              </a:defRPr>
            </a:lvl3pPr>
            <a:lvl4pPr lvl="3" algn="r">
              <a:spcBef>
                <a:spcPts val="0"/>
              </a:spcBef>
              <a:spcAft>
                <a:spcPts val="0"/>
              </a:spcAft>
              <a:buClr>
                <a:schemeClr val="accent2"/>
              </a:buClr>
              <a:buSzPts val="4200"/>
              <a:buNone/>
              <a:defRPr sz="4200">
                <a:solidFill>
                  <a:schemeClr val="accent2"/>
                </a:solidFill>
              </a:defRPr>
            </a:lvl4pPr>
            <a:lvl5pPr lvl="4" algn="r">
              <a:spcBef>
                <a:spcPts val="0"/>
              </a:spcBef>
              <a:spcAft>
                <a:spcPts val="0"/>
              </a:spcAft>
              <a:buClr>
                <a:schemeClr val="accent2"/>
              </a:buClr>
              <a:buSzPts val="4200"/>
              <a:buNone/>
              <a:defRPr sz="4200">
                <a:solidFill>
                  <a:schemeClr val="accent2"/>
                </a:solidFill>
              </a:defRPr>
            </a:lvl5pPr>
            <a:lvl6pPr lvl="5" algn="r">
              <a:spcBef>
                <a:spcPts val="0"/>
              </a:spcBef>
              <a:spcAft>
                <a:spcPts val="0"/>
              </a:spcAft>
              <a:buClr>
                <a:schemeClr val="accent2"/>
              </a:buClr>
              <a:buSzPts val="4200"/>
              <a:buNone/>
              <a:defRPr sz="4200">
                <a:solidFill>
                  <a:schemeClr val="accent2"/>
                </a:solidFill>
              </a:defRPr>
            </a:lvl6pPr>
            <a:lvl7pPr lvl="6" algn="r">
              <a:spcBef>
                <a:spcPts val="0"/>
              </a:spcBef>
              <a:spcAft>
                <a:spcPts val="0"/>
              </a:spcAft>
              <a:buClr>
                <a:schemeClr val="accent2"/>
              </a:buClr>
              <a:buSzPts val="4200"/>
              <a:buNone/>
              <a:defRPr sz="4200">
                <a:solidFill>
                  <a:schemeClr val="accent2"/>
                </a:solidFill>
              </a:defRPr>
            </a:lvl7pPr>
            <a:lvl8pPr lvl="7" algn="r">
              <a:spcBef>
                <a:spcPts val="0"/>
              </a:spcBef>
              <a:spcAft>
                <a:spcPts val="0"/>
              </a:spcAft>
              <a:buClr>
                <a:schemeClr val="accent2"/>
              </a:buClr>
              <a:buSzPts val="4200"/>
              <a:buNone/>
              <a:defRPr sz="4200">
                <a:solidFill>
                  <a:schemeClr val="accent2"/>
                </a:solidFill>
              </a:defRPr>
            </a:lvl8pPr>
            <a:lvl9pPr lvl="8" algn="r">
              <a:spcBef>
                <a:spcPts val="0"/>
              </a:spcBef>
              <a:spcAft>
                <a:spcPts val="0"/>
              </a:spcAft>
              <a:buClr>
                <a:schemeClr val="accent2"/>
              </a:buClr>
              <a:buSzPts val="4200"/>
              <a:buNone/>
              <a:defRPr sz="4200">
                <a:solidFill>
                  <a:schemeClr val="accent2"/>
                </a:solidFill>
              </a:defRPr>
            </a:lvl9pPr>
          </a:lstStyle>
          <a:p/>
        </p:txBody>
      </p:sp>
      <p:sp>
        <p:nvSpPr>
          <p:cNvPr id="276" name="Google Shape;276;p52"/>
          <p:cNvSpPr txBox="1"/>
          <p:nvPr>
            <p:ph idx="1" type="subTitle"/>
          </p:nvPr>
        </p:nvSpPr>
        <p:spPr>
          <a:xfrm>
            <a:off x="1671064" y="1604850"/>
            <a:ext cx="2805900" cy="852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p:txBody>
      </p:sp>
      <p:sp>
        <p:nvSpPr>
          <p:cNvPr id="277" name="Google Shape;277;p52"/>
          <p:cNvSpPr txBox="1"/>
          <p:nvPr>
            <p:ph idx="3" type="title"/>
          </p:nvPr>
        </p:nvSpPr>
        <p:spPr>
          <a:xfrm>
            <a:off x="4667036" y="2547925"/>
            <a:ext cx="2805900" cy="3819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1600"/>
              <a:buNone/>
              <a:defRPr sz="1600">
                <a:solidFill>
                  <a:schemeClr val="accent2"/>
                </a:solidFill>
              </a:defRPr>
            </a:lvl1pPr>
            <a:lvl2pPr lvl="1">
              <a:spcBef>
                <a:spcPts val="0"/>
              </a:spcBef>
              <a:spcAft>
                <a:spcPts val="0"/>
              </a:spcAft>
              <a:buClr>
                <a:schemeClr val="accent2"/>
              </a:buClr>
              <a:buSzPts val="4200"/>
              <a:buNone/>
              <a:defRPr sz="4200">
                <a:solidFill>
                  <a:schemeClr val="accent2"/>
                </a:solidFill>
              </a:defRPr>
            </a:lvl2pPr>
            <a:lvl3pPr lvl="2">
              <a:spcBef>
                <a:spcPts val="0"/>
              </a:spcBef>
              <a:spcAft>
                <a:spcPts val="0"/>
              </a:spcAft>
              <a:buClr>
                <a:schemeClr val="accent2"/>
              </a:buClr>
              <a:buSzPts val="4200"/>
              <a:buNone/>
              <a:defRPr sz="4200">
                <a:solidFill>
                  <a:schemeClr val="accent2"/>
                </a:solidFill>
              </a:defRPr>
            </a:lvl3pPr>
            <a:lvl4pPr lvl="3">
              <a:spcBef>
                <a:spcPts val="0"/>
              </a:spcBef>
              <a:spcAft>
                <a:spcPts val="0"/>
              </a:spcAft>
              <a:buClr>
                <a:schemeClr val="accent2"/>
              </a:buClr>
              <a:buSzPts val="4200"/>
              <a:buNone/>
              <a:defRPr sz="4200">
                <a:solidFill>
                  <a:schemeClr val="accent2"/>
                </a:solidFill>
              </a:defRPr>
            </a:lvl4pPr>
            <a:lvl5pPr lvl="4">
              <a:spcBef>
                <a:spcPts val="0"/>
              </a:spcBef>
              <a:spcAft>
                <a:spcPts val="0"/>
              </a:spcAft>
              <a:buClr>
                <a:schemeClr val="accent2"/>
              </a:buClr>
              <a:buSzPts val="4200"/>
              <a:buNone/>
              <a:defRPr sz="4200">
                <a:solidFill>
                  <a:schemeClr val="accent2"/>
                </a:solidFill>
              </a:defRPr>
            </a:lvl5pPr>
            <a:lvl6pPr lvl="5">
              <a:spcBef>
                <a:spcPts val="0"/>
              </a:spcBef>
              <a:spcAft>
                <a:spcPts val="0"/>
              </a:spcAft>
              <a:buClr>
                <a:schemeClr val="accent2"/>
              </a:buClr>
              <a:buSzPts val="4200"/>
              <a:buNone/>
              <a:defRPr sz="4200">
                <a:solidFill>
                  <a:schemeClr val="accent2"/>
                </a:solidFill>
              </a:defRPr>
            </a:lvl6pPr>
            <a:lvl7pPr lvl="6">
              <a:spcBef>
                <a:spcPts val="0"/>
              </a:spcBef>
              <a:spcAft>
                <a:spcPts val="0"/>
              </a:spcAft>
              <a:buClr>
                <a:schemeClr val="accent2"/>
              </a:buClr>
              <a:buSzPts val="4200"/>
              <a:buNone/>
              <a:defRPr sz="4200">
                <a:solidFill>
                  <a:schemeClr val="accent2"/>
                </a:solidFill>
              </a:defRPr>
            </a:lvl7pPr>
            <a:lvl8pPr lvl="7">
              <a:spcBef>
                <a:spcPts val="0"/>
              </a:spcBef>
              <a:spcAft>
                <a:spcPts val="0"/>
              </a:spcAft>
              <a:buClr>
                <a:schemeClr val="accent2"/>
              </a:buClr>
              <a:buSzPts val="4200"/>
              <a:buNone/>
              <a:defRPr sz="4200">
                <a:solidFill>
                  <a:schemeClr val="accent2"/>
                </a:solidFill>
              </a:defRPr>
            </a:lvl8pPr>
            <a:lvl9pPr lvl="8">
              <a:spcBef>
                <a:spcPts val="0"/>
              </a:spcBef>
              <a:spcAft>
                <a:spcPts val="0"/>
              </a:spcAft>
              <a:buClr>
                <a:schemeClr val="accent2"/>
              </a:buClr>
              <a:buSzPts val="4200"/>
              <a:buNone/>
              <a:defRPr sz="4200">
                <a:solidFill>
                  <a:schemeClr val="accent2"/>
                </a:solidFill>
              </a:defRPr>
            </a:lvl9pPr>
          </a:lstStyle>
          <a:p/>
        </p:txBody>
      </p:sp>
      <p:sp>
        <p:nvSpPr>
          <p:cNvPr id="278" name="Google Shape;278;p52"/>
          <p:cNvSpPr txBox="1"/>
          <p:nvPr>
            <p:ph idx="4" type="subTitle"/>
          </p:nvPr>
        </p:nvSpPr>
        <p:spPr>
          <a:xfrm>
            <a:off x="4667014" y="2921075"/>
            <a:ext cx="2805900" cy="85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2">
    <p:spTree>
      <p:nvGrpSpPr>
        <p:cNvPr id="279" name="Shape 279"/>
        <p:cNvGrpSpPr/>
        <p:nvPr/>
      </p:nvGrpSpPr>
      <p:grpSpPr>
        <a:xfrm>
          <a:off x="0" y="0"/>
          <a:ext cx="0" cy="0"/>
          <a:chOff x="0" y="0"/>
          <a:chExt cx="0" cy="0"/>
        </a:xfrm>
      </p:grpSpPr>
      <p:pic>
        <p:nvPicPr>
          <p:cNvPr id="280" name="Google Shape;280;p53"/>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281" name="Google Shape;281;p53"/>
          <p:cNvSpPr txBox="1"/>
          <p:nvPr>
            <p:ph idx="1" type="body"/>
          </p:nvPr>
        </p:nvSpPr>
        <p:spPr>
          <a:xfrm>
            <a:off x="775144" y="1313000"/>
            <a:ext cx="3564900" cy="3255900"/>
          </a:xfrm>
          <a:prstGeom prst="rect">
            <a:avLst/>
          </a:prstGeom>
        </p:spPr>
        <p:txBody>
          <a:bodyPr anchorCtr="0" anchor="b" bIns="91425" lIns="91425" spcFirstLastPara="1" rIns="91425" wrap="square" tIns="91425">
            <a:noAutofit/>
          </a:bodyPr>
          <a:lstStyle>
            <a:lvl1pPr indent="-317500" lvl="0" marL="457200" marR="508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82" name="Google Shape;282;p53"/>
          <p:cNvSpPr txBox="1"/>
          <p:nvPr>
            <p:ph idx="2" type="body"/>
          </p:nvPr>
        </p:nvSpPr>
        <p:spPr>
          <a:xfrm>
            <a:off x="4803956" y="1313000"/>
            <a:ext cx="3564900" cy="32559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1"/>
              </a:buClr>
              <a:buSzPts val="1400"/>
              <a:buChar char="●"/>
              <a:defRPr sz="1400"/>
            </a:lvl1pPr>
            <a:lvl2pPr indent="-317500" lvl="1" marL="914400">
              <a:spcBef>
                <a:spcPts val="1600"/>
              </a:spcBef>
              <a:spcAft>
                <a:spcPts val="0"/>
              </a:spcAft>
              <a:buClr>
                <a:schemeClr val="lt1"/>
              </a:buClr>
              <a:buSzPts val="1400"/>
              <a:buChar char="○"/>
              <a:defRPr/>
            </a:lvl2pPr>
            <a:lvl3pPr indent="-317500" lvl="2" marL="1371600">
              <a:spcBef>
                <a:spcPts val="1600"/>
              </a:spcBef>
              <a:spcAft>
                <a:spcPts val="0"/>
              </a:spcAft>
              <a:buClr>
                <a:schemeClr val="lt1"/>
              </a:buClr>
              <a:buSzPts val="1400"/>
              <a:buChar char="■"/>
              <a:defRPr/>
            </a:lvl3pPr>
            <a:lvl4pPr indent="-317500" lvl="3" marL="1828800">
              <a:spcBef>
                <a:spcPts val="1600"/>
              </a:spcBef>
              <a:spcAft>
                <a:spcPts val="0"/>
              </a:spcAft>
              <a:buClr>
                <a:schemeClr val="lt1"/>
              </a:buClr>
              <a:buSzPts val="1400"/>
              <a:buChar char="●"/>
              <a:defRPr/>
            </a:lvl4pPr>
            <a:lvl5pPr indent="-317500" lvl="4" marL="2286000">
              <a:spcBef>
                <a:spcPts val="1600"/>
              </a:spcBef>
              <a:spcAft>
                <a:spcPts val="0"/>
              </a:spcAft>
              <a:buClr>
                <a:schemeClr val="lt1"/>
              </a:buClr>
              <a:buSzPts val="1400"/>
              <a:buChar char="○"/>
              <a:defRPr/>
            </a:lvl5pPr>
            <a:lvl6pPr indent="-317500" lvl="5" marL="2743200">
              <a:spcBef>
                <a:spcPts val="1600"/>
              </a:spcBef>
              <a:spcAft>
                <a:spcPts val="0"/>
              </a:spcAft>
              <a:buClr>
                <a:schemeClr val="lt1"/>
              </a:buClr>
              <a:buSzPts val="1400"/>
              <a:buChar char="■"/>
              <a:defRPr/>
            </a:lvl6pPr>
            <a:lvl7pPr indent="-317500" lvl="6" marL="3200400">
              <a:spcBef>
                <a:spcPts val="1600"/>
              </a:spcBef>
              <a:spcAft>
                <a:spcPts val="0"/>
              </a:spcAft>
              <a:buClr>
                <a:schemeClr val="lt1"/>
              </a:buClr>
              <a:buSzPts val="1400"/>
              <a:buChar char="●"/>
              <a:defRPr/>
            </a:lvl7pPr>
            <a:lvl8pPr indent="-317500" lvl="7" marL="3657600">
              <a:spcBef>
                <a:spcPts val="1600"/>
              </a:spcBef>
              <a:spcAft>
                <a:spcPts val="0"/>
              </a:spcAft>
              <a:buClr>
                <a:schemeClr val="lt1"/>
              </a:buClr>
              <a:buSzPts val="1400"/>
              <a:buChar char="○"/>
              <a:defRPr/>
            </a:lvl8pPr>
            <a:lvl9pPr indent="-317500" lvl="8" marL="4114800">
              <a:spcBef>
                <a:spcPts val="1600"/>
              </a:spcBef>
              <a:spcAft>
                <a:spcPts val="1600"/>
              </a:spcAft>
              <a:buClr>
                <a:schemeClr val="lt1"/>
              </a:buClr>
              <a:buSzPts val="1400"/>
              <a:buChar char="■"/>
              <a:defRPr/>
            </a:lvl9pPr>
          </a:lstStyle>
          <a:p/>
        </p:txBody>
      </p:sp>
      <p:sp>
        <p:nvSpPr>
          <p:cNvPr id="283" name="Google Shape;283;p53"/>
          <p:cNvSpPr txBox="1"/>
          <p:nvPr>
            <p:ph type="title"/>
          </p:nvPr>
        </p:nvSpPr>
        <p:spPr>
          <a:xfrm>
            <a:off x="3972475" y="378225"/>
            <a:ext cx="43986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
  <p:cSld name="TITLE_AND_BODY_1_3">
    <p:spTree>
      <p:nvGrpSpPr>
        <p:cNvPr id="284" name="Shape 284"/>
        <p:cNvGrpSpPr/>
        <p:nvPr/>
      </p:nvGrpSpPr>
      <p:grpSpPr>
        <a:xfrm>
          <a:off x="0" y="0"/>
          <a:ext cx="0" cy="0"/>
          <a:chOff x="0" y="0"/>
          <a:chExt cx="0" cy="0"/>
        </a:xfrm>
      </p:grpSpPr>
      <p:pic>
        <p:nvPicPr>
          <p:cNvPr id="285" name="Google Shape;285;p54"/>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286" name="Google Shape;286;p54"/>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287" name="Google Shape;287;p54"/>
          <p:cNvSpPr txBox="1"/>
          <p:nvPr>
            <p:ph idx="2" type="title"/>
          </p:nvPr>
        </p:nvSpPr>
        <p:spPr>
          <a:xfrm>
            <a:off x="809952"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88" name="Google Shape;288;p54"/>
          <p:cNvSpPr txBox="1"/>
          <p:nvPr>
            <p:ph idx="1" type="subTitle"/>
          </p:nvPr>
        </p:nvSpPr>
        <p:spPr>
          <a:xfrm>
            <a:off x="809938"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89" name="Google Shape;289;p54"/>
          <p:cNvSpPr txBox="1"/>
          <p:nvPr>
            <p:ph idx="3" type="title"/>
          </p:nvPr>
        </p:nvSpPr>
        <p:spPr>
          <a:xfrm>
            <a:off x="3463514"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0" name="Google Shape;290;p54"/>
          <p:cNvSpPr txBox="1"/>
          <p:nvPr>
            <p:ph idx="4" type="subTitle"/>
          </p:nvPr>
        </p:nvSpPr>
        <p:spPr>
          <a:xfrm>
            <a:off x="3463500"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1" name="Google Shape;291;p54"/>
          <p:cNvSpPr txBox="1"/>
          <p:nvPr>
            <p:ph idx="5" type="title"/>
          </p:nvPr>
        </p:nvSpPr>
        <p:spPr>
          <a:xfrm>
            <a:off x="6117064"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2" name="Google Shape;292;p54"/>
          <p:cNvSpPr txBox="1"/>
          <p:nvPr>
            <p:ph idx="6" type="subTitle"/>
          </p:nvPr>
        </p:nvSpPr>
        <p:spPr>
          <a:xfrm>
            <a:off x="6117050"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3" name="Google Shape;293;p54"/>
          <p:cNvSpPr txBox="1"/>
          <p:nvPr>
            <p:ph idx="7" type="title"/>
          </p:nvPr>
        </p:nvSpPr>
        <p:spPr>
          <a:xfrm>
            <a:off x="809939"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4" name="Google Shape;294;p54"/>
          <p:cNvSpPr txBox="1"/>
          <p:nvPr>
            <p:ph idx="8" type="subTitle"/>
          </p:nvPr>
        </p:nvSpPr>
        <p:spPr>
          <a:xfrm>
            <a:off x="809925"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5" name="Google Shape;295;p54"/>
          <p:cNvSpPr txBox="1"/>
          <p:nvPr>
            <p:ph idx="9" type="title"/>
          </p:nvPr>
        </p:nvSpPr>
        <p:spPr>
          <a:xfrm>
            <a:off x="3463502"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6" name="Google Shape;296;p54"/>
          <p:cNvSpPr txBox="1"/>
          <p:nvPr>
            <p:ph idx="13" type="subTitle"/>
          </p:nvPr>
        </p:nvSpPr>
        <p:spPr>
          <a:xfrm>
            <a:off x="3463488"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7" name="Google Shape;297;p54"/>
          <p:cNvSpPr txBox="1"/>
          <p:nvPr>
            <p:ph idx="14" type="title"/>
          </p:nvPr>
        </p:nvSpPr>
        <p:spPr>
          <a:xfrm>
            <a:off x="6117052"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298" name="Google Shape;298;p54"/>
          <p:cNvSpPr txBox="1"/>
          <p:nvPr>
            <p:ph idx="15" type="subTitle"/>
          </p:nvPr>
        </p:nvSpPr>
        <p:spPr>
          <a:xfrm>
            <a:off x="6117038"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TITLE_AND_BODY_1_3_1">
    <p:spTree>
      <p:nvGrpSpPr>
        <p:cNvPr id="299" name="Shape 299"/>
        <p:cNvGrpSpPr/>
        <p:nvPr/>
      </p:nvGrpSpPr>
      <p:grpSpPr>
        <a:xfrm>
          <a:off x="0" y="0"/>
          <a:ext cx="0" cy="0"/>
          <a:chOff x="0" y="0"/>
          <a:chExt cx="0" cy="0"/>
        </a:xfrm>
      </p:grpSpPr>
      <p:sp>
        <p:nvSpPr>
          <p:cNvPr id="300" name="Google Shape;300;p55"/>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301" name="Google Shape;301;p55"/>
          <p:cNvSpPr txBox="1"/>
          <p:nvPr>
            <p:ph idx="2" type="title"/>
          </p:nvPr>
        </p:nvSpPr>
        <p:spPr>
          <a:xfrm>
            <a:off x="7092000" y="140682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2" name="Google Shape;302;p55"/>
          <p:cNvSpPr txBox="1"/>
          <p:nvPr>
            <p:ph idx="1" type="subTitle"/>
          </p:nvPr>
        </p:nvSpPr>
        <p:spPr>
          <a:xfrm>
            <a:off x="2994000" y="134472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3" name="Google Shape;303;p55"/>
          <p:cNvSpPr txBox="1"/>
          <p:nvPr>
            <p:ph idx="3" type="title"/>
          </p:nvPr>
        </p:nvSpPr>
        <p:spPr>
          <a:xfrm>
            <a:off x="7092000" y="192185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4" name="Google Shape;304;p55"/>
          <p:cNvSpPr txBox="1"/>
          <p:nvPr>
            <p:ph idx="4" type="subTitle"/>
          </p:nvPr>
        </p:nvSpPr>
        <p:spPr>
          <a:xfrm>
            <a:off x="2994000" y="185975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5" name="Google Shape;305;p55"/>
          <p:cNvSpPr txBox="1"/>
          <p:nvPr>
            <p:ph idx="5" type="title"/>
          </p:nvPr>
        </p:nvSpPr>
        <p:spPr>
          <a:xfrm>
            <a:off x="7092000" y="243688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6" name="Google Shape;306;p55"/>
          <p:cNvSpPr txBox="1"/>
          <p:nvPr>
            <p:ph idx="6" type="subTitle"/>
          </p:nvPr>
        </p:nvSpPr>
        <p:spPr>
          <a:xfrm>
            <a:off x="2994000" y="237478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7" name="Google Shape;307;p55"/>
          <p:cNvSpPr txBox="1"/>
          <p:nvPr>
            <p:ph idx="7" type="title"/>
          </p:nvPr>
        </p:nvSpPr>
        <p:spPr>
          <a:xfrm>
            <a:off x="7092000" y="295191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08" name="Google Shape;308;p55"/>
          <p:cNvSpPr txBox="1"/>
          <p:nvPr>
            <p:ph idx="8" type="subTitle"/>
          </p:nvPr>
        </p:nvSpPr>
        <p:spPr>
          <a:xfrm>
            <a:off x="2994000" y="288981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9" name="Google Shape;309;p55"/>
          <p:cNvSpPr txBox="1"/>
          <p:nvPr>
            <p:ph idx="9" type="title"/>
          </p:nvPr>
        </p:nvSpPr>
        <p:spPr>
          <a:xfrm>
            <a:off x="7092000" y="346694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10" name="Google Shape;310;p55"/>
          <p:cNvSpPr txBox="1"/>
          <p:nvPr>
            <p:ph idx="13" type="subTitle"/>
          </p:nvPr>
        </p:nvSpPr>
        <p:spPr>
          <a:xfrm>
            <a:off x="2994000" y="340484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1" name="Google Shape;311;p55"/>
          <p:cNvSpPr txBox="1"/>
          <p:nvPr>
            <p:ph idx="14" type="title"/>
          </p:nvPr>
        </p:nvSpPr>
        <p:spPr>
          <a:xfrm>
            <a:off x="7092000" y="398197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312" name="Google Shape;312;p55"/>
          <p:cNvSpPr txBox="1"/>
          <p:nvPr>
            <p:ph idx="15" type="subTitle"/>
          </p:nvPr>
        </p:nvSpPr>
        <p:spPr>
          <a:xfrm>
            <a:off x="2994000" y="391987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313" name="Google Shape;313;p55"/>
          <p:cNvPicPr preferRelativeResize="0"/>
          <p:nvPr/>
        </p:nvPicPr>
        <p:blipFill>
          <a:blip r:embed="rId2">
            <a:alphaModFix/>
          </a:blip>
          <a:stretch>
            <a:fillRect/>
          </a:stretch>
        </p:blipFill>
        <p:spPr>
          <a:xfrm flipH="1" rot="5400000">
            <a:off x="-2034276" y="1065614"/>
            <a:ext cx="5852719" cy="3274403"/>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SECTION_HEADER_1">
    <p:spTree>
      <p:nvGrpSpPr>
        <p:cNvPr id="314" name="Shape 314"/>
        <p:cNvGrpSpPr/>
        <p:nvPr/>
      </p:nvGrpSpPr>
      <p:grpSpPr>
        <a:xfrm>
          <a:off x="0" y="0"/>
          <a:ext cx="0" cy="0"/>
          <a:chOff x="0" y="0"/>
          <a:chExt cx="0" cy="0"/>
        </a:xfrm>
      </p:grpSpPr>
      <p:pic>
        <p:nvPicPr>
          <p:cNvPr id="315" name="Google Shape;315;p56"/>
          <p:cNvPicPr preferRelativeResize="0"/>
          <p:nvPr/>
        </p:nvPicPr>
        <p:blipFill>
          <a:blip r:embed="rId2">
            <a:alphaModFix/>
          </a:blip>
          <a:stretch>
            <a:fillRect/>
          </a:stretch>
        </p:blipFill>
        <p:spPr>
          <a:xfrm>
            <a:off x="-76672" y="-827887"/>
            <a:ext cx="6153101" cy="6799271"/>
          </a:xfrm>
          <a:prstGeom prst="rect">
            <a:avLst/>
          </a:prstGeom>
          <a:noFill/>
          <a:ln>
            <a:noFill/>
          </a:ln>
        </p:spPr>
      </p:pic>
      <p:sp>
        <p:nvSpPr>
          <p:cNvPr id="316" name="Google Shape;316;p56"/>
          <p:cNvSpPr txBox="1"/>
          <p:nvPr>
            <p:ph type="title"/>
          </p:nvPr>
        </p:nvSpPr>
        <p:spPr>
          <a:xfrm>
            <a:off x="5150300" y="694050"/>
            <a:ext cx="31566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3000"/>
              <a:buNone/>
              <a:defRPr sz="3000">
                <a:solidFill>
                  <a:schemeClr val="accen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7" name="Google Shape;317;p56"/>
          <p:cNvSpPr txBox="1"/>
          <p:nvPr>
            <p:ph idx="1" type="subTitle"/>
          </p:nvPr>
        </p:nvSpPr>
        <p:spPr>
          <a:xfrm>
            <a:off x="5150300" y="1535850"/>
            <a:ext cx="3156600" cy="11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18" name="Google Shape;318;p56"/>
          <p:cNvSpPr txBox="1"/>
          <p:nvPr/>
        </p:nvSpPr>
        <p:spPr>
          <a:xfrm>
            <a:off x="5150300" y="3218125"/>
            <a:ext cx="31926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1"/>
                </a:solidFill>
                <a:latin typeface="Montserrat"/>
                <a:ea typeface="Montserrat"/>
                <a:cs typeface="Montserrat"/>
                <a:sym typeface="Montserrat"/>
              </a:rPr>
              <a:t>CREDITS: This presentation template was created by Slidesgo, including icons by Flaticon, and infographics &amp; images by Freepik.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
    <p:spTree>
      <p:nvGrpSpPr>
        <p:cNvPr id="319" name="Shape 319"/>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
    <p:spTree>
      <p:nvGrpSpPr>
        <p:cNvPr id="320" name="Shape 320"/>
        <p:cNvGrpSpPr/>
        <p:nvPr/>
      </p:nvGrpSpPr>
      <p:grpSpPr>
        <a:xfrm>
          <a:off x="0" y="0"/>
          <a:ext cx="0" cy="0"/>
          <a:chOff x="0" y="0"/>
          <a:chExt cx="0" cy="0"/>
        </a:xfrm>
      </p:grpSpPr>
      <p:pic>
        <p:nvPicPr>
          <p:cNvPr id="321" name="Google Shape;321;p58"/>
          <p:cNvPicPr preferRelativeResize="0"/>
          <p:nvPr/>
        </p:nvPicPr>
        <p:blipFill>
          <a:blip r:embed="rId2">
            <a:alphaModFix/>
          </a:blip>
          <a:stretch>
            <a:fillRect/>
          </a:stretch>
        </p:blipFill>
        <p:spPr>
          <a:xfrm flipH="1">
            <a:off x="5434928" y="-827887"/>
            <a:ext cx="6153101" cy="6799271"/>
          </a:xfrm>
          <a:prstGeom prst="rect">
            <a:avLst/>
          </a:prstGeom>
          <a:noFill/>
          <a:ln>
            <a:noFill/>
          </a:ln>
        </p:spPr>
      </p:pic>
      <p:pic>
        <p:nvPicPr>
          <p:cNvPr id="322" name="Google Shape;322;p58"/>
          <p:cNvPicPr preferRelativeResize="0"/>
          <p:nvPr/>
        </p:nvPicPr>
        <p:blipFill>
          <a:blip r:embed="rId2">
            <a:alphaModFix/>
          </a:blip>
          <a:stretch>
            <a:fillRect/>
          </a:stretch>
        </p:blipFill>
        <p:spPr>
          <a:xfrm flipH="1" rot="10800000">
            <a:off x="-2444022" y="-827887"/>
            <a:ext cx="6153101" cy="679927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
    <p:spTree>
      <p:nvGrpSpPr>
        <p:cNvPr id="323" name="Shape 323"/>
        <p:cNvGrpSpPr/>
        <p:nvPr/>
      </p:nvGrpSpPr>
      <p:grpSpPr>
        <a:xfrm>
          <a:off x="0" y="0"/>
          <a:ext cx="0" cy="0"/>
          <a:chOff x="0" y="0"/>
          <a:chExt cx="0" cy="0"/>
        </a:xfrm>
      </p:grpSpPr>
      <p:pic>
        <p:nvPicPr>
          <p:cNvPr id="324" name="Google Shape;324;p59"/>
          <p:cNvPicPr preferRelativeResize="0"/>
          <p:nvPr/>
        </p:nvPicPr>
        <p:blipFill>
          <a:blip r:embed="rId2">
            <a:alphaModFix/>
          </a:blip>
          <a:stretch>
            <a:fillRect/>
          </a:stretch>
        </p:blipFill>
        <p:spPr>
          <a:xfrm>
            <a:off x="-76672" y="-827887"/>
            <a:ext cx="6153101" cy="6799271"/>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8" name="Shape 328"/>
        <p:cNvGrpSpPr/>
        <p:nvPr/>
      </p:nvGrpSpPr>
      <p:grpSpPr>
        <a:xfrm>
          <a:off x="0" y="0"/>
          <a:ext cx="0" cy="0"/>
          <a:chOff x="0" y="0"/>
          <a:chExt cx="0" cy="0"/>
        </a:xfrm>
      </p:grpSpPr>
      <p:sp>
        <p:nvSpPr>
          <p:cNvPr id="329" name="Google Shape;329;p61"/>
          <p:cNvSpPr txBox="1"/>
          <p:nvPr>
            <p:ph type="ctrTitle"/>
          </p:nvPr>
        </p:nvSpPr>
        <p:spPr>
          <a:xfrm>
            <a:off x="311700" y="1779300"/>
            <a:ext cx="8520600" cy="975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3000"/>
              <a:buFont typeface="Montserrat ExtraBold"/>
              <a:buNone/>
              <a:defRPr b="0" sz="3000">
                <a:solidFill>
                  <a:schemeClr val="lt1"/>
                </a:solidFill>
                <a:latin typeface="Montserrat ExtraBold"/>
                <a:ea typeface="Montserrat ExtraBold"/>
                <a:cs typeface="Montserrat ExtraBold"/>
                <a:sym typeface="Montserrat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0" name="Google Shape;330;p61"/>
          <p:cNvSpPr txBox="1"/>
          <p:nvPr>
            <p:ph idx="1" type="subTitle"/>
          </p:nvPr>
        </p:nvSpPr>
        <p:spPr>
          <a:xfrm>
            <a:off x="2743050" y="2888250"/>
            <a:ext cx="36579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Montserrat"/>
              <a:buNone/>
              <a:defRPr>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1" name="Shape 331"/>
        <p:cNvGrpSpPr/>
        <p:nvPr/>
      </p:nvGrpSpPr>
      <p:grpSpPr>
        <a:xfrm>
          <a:off x="0" y="0"/>
          <a:ext cx="0" cy="0"/>
          <a:chOff x="0" y="0"/>
          <a:chExt cx="0" cy="0"/>
        </a:xfrm>
      </p:grpSpPr>
      <p:sp>
        <p:nvSpPr>
          <p:cNvPr id="332" name="Google Shape;332;p62"/>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3" name="Google Shape;333;p62"/>
          <p:cNvPicPr preferRelativeResize="0"/>
          <p:nvPr/>
        </p:nvPicPr>
        <p:blipFill>
          <a:blip r:embed="rId2">
            <a:alphaModFix/>
          </a:blip>
          <a:stretch>
            <a:fillRect/>
          </a:stretch>
        </p:blipFill>
        <p:spPr>
          <a:xfrm>
            <a:off x="-76672" y="-827887"/>
            <a:ext cx="6153101" cy="6799271"/>
          </a:xfrm>
          <a:prstGeom prst="rect">
            <a:avLst/>
          </a:prstGeom>
          <a:noFill/>
          <a:ln>
            <a:noFill/>
          </a:ln>
        </p:spPr>
      </p:pic>
      <p:sp>
        <p:nvSpPr>
          <p:cNvPr id="334" name="Google Shape;334;p62"/>
          <p:cNvSpPr txBox="1"/>
          <p:nvPr>
            <p:ph type="title"/>
          </p:nvPr>
        </p:nvSpPr>
        <p:spPr>
          <a:xfrm>
            <a:off x="5112425" y="2227050"/>
            <a:ext cx="28767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5" name="Google Shape;335;p62"/>
          <p:cNvSpPr txBox="1"/>
          <p:nvPr>
            <p:ph hasCustomPrompt="1" idx="2" type="title"/>
          </p:nvPr>
        </p:nvSpPr>
        <p:spPr>
          <a:xfrm>
            <a:off x="5112425"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336" name="Google Shape;336;p62"/>
          <p:cNvSpPr txBox="1"/>
          <p:nvPr>
            <p:ph idx="1" type="subTitle"/>
          </p:nvPr>
        </p:nvSpPr>
        <p:spPr>
          <a:xfrm>
            <a:off x="5112425" y="3194925"/>
            <a:ext cx="3156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7" name="Shape 337"/>
        <p:cNvGrpSpPr/>
        <p:nvPr/>
      </p:nvGrpSpPr>
      <p:grpSpPr>
        <a:xfrm>
          <a:off x="0" y="0"/>
          <a:ext cx="0" cy="0"/>
          <a:chOff x="0" y="0"/>
          <a:chExt cx="0" cy="0"/>
        </a:xfrm>
      </p:grpSpPr>
      <p:pic>
        <p:nvPicPr>
          <p:cNvPr id="338" name="Google Shape;338;p63"/>
          <p:cNvPicPr preferRelativeResize="0"/>
          <p:nvPr/>
        </p:nvPicPr>
        <p:blipFill>
          <a:blip r:embed="rId2">
            <a:alphaModFix amt="56000"/>
          </a:blip>
          <a:stretch>
            <a:fillRect/>
          </a:stretch>
        </p:blipFill>
        <p:spPr>
          <a:xfrm rot="-7199997">
            <a:off x="4531704" y="539794"/>
            <a:ext cx="5918750" cy="6540301"/>
          </a:xfrm>
          <a:prstGeom prst="rect">
            <a:avLst/>
          </a:prstGeom>
          <a:noFill/>
          <a:ln>
            <a:noFill/>
          </a:ln>
        </p:spPr>
      </p:pic>
      <p:sp>
        <p:nvSpPr>
          <p:cNvPr id="339" name="Google Shape;339;p63"/>
          <p:cNvSpPr txBox="1"/>
          <p:nvPr>
            <p:ph idx="1" type="body"/>
          </p:nvPr>
        </p:nvSpPr>
        <p:spPr>
          <a:xfrm>
            <a:off x="686700" y="1076275"/>
            <a:ext cx="7684500" cy="3265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2"/>
              </a:buClr>
              <a:buSzPts val="1100"/>
              <a:buAutoNum type="arabicPeriod"/>
              <a:defRPr sz="1250"/>
            </a:lvl1pPr>
            <a:lvl2pPr indent="-298450" lvl="1" marL="914400">
              <a:spcBef>
                <a:spcPts val="1600"/>
              </a:spcBef>
              <a:spcAft>
                <a:spcPts val="0"/>
              </a:spcAft>
              <a:buClr>
                <a:schemeClr val="dk1"/>
              </a:buClr>
              <a:buSzPts val="1100"/>
              <a:buFont typeface="Muli"/>
              <a:buAutoNum type="alphaLcPeriod"/>
              <a:defRPr sz="1250"/>
            </a:lvl2pPr>
            <a:lvl3pPr indent="-298450" lvl="2" marL="1371600">
              <a:spcBef>
                <a:spcPts val="1600"/>
              </a:spcBef>
              <a:spcAft>
                <a:spcPts val="0"/>
              </a:spcAft>
              <a:buClr>
                <a:schemeClr val="dk1"/>
              </a:buClr>
              <a:buSzPts val="1100"/>
              <a:buFont typeface="Muli"/>
              <a:buAutoNum type="romanLcPeriod"/>
              <a:defRPr sz="1250"/>
            </a:lvl3pPr>
            <a:lvl4pPr indent="-298450" lvl="3" marL="1828800">
              <a:spcBef>
                <a:spcPts val="1600"/>
              </a:spcBef>
              <a:spcAft>
                <a:spcPts val="0"/>
              </a:spcAft>
              <a:buClr>
                <a:schemeClr val="dk1"/>
              </a:buClr>
              <a:buSzPts val="1100"/>
              <a:buFont typeface="Muli"/>
              <a:buAutoNum type="arabicPeriod"/>
              <a:defRPr sz="1250"/>
            </a:lvl4pPr>
            <a:lvl5pPr indent="-298450" lvl="4" marL="2286000">
              <a:spcBef>
                <a:spcPts val="1600"/>
              </a:spcBef>
              <a:spcAft>
                <a:spcPts val="0"/>
              </a:spcAft>
              <a:buClr>
                <a:schemeClr val="dk1"/>
              </a:buClr>
              <a:buSzPts val="1100"/>
              <a:buFont typeface="Muli"/>
              <a:buAutoNum type="alphaLcPeriod"/>
              <a:defRPr sz="1250"/>
            </a:lvl5pPr>
            <a:lvl6pPr indent="-298450" lvl="5" marL="2743200">
              <a:spcBef>
                <a:spcPts val="1600"/>
              </a:spcBef>
              <a:spcAft>
                <a:spcPts val="0"/>
              </a:spcAft>
              <a:buClr>
                <a:schemeClr val="dk1"/>
              </a:buClr>
              <a:buSzPts val="1100"/>
              <a:buFont typeface="Muli"/>
              <a:buAutoNum type="romanLcPeriod"/>
              <a:defRPr sz="1250"/>
            </a:lvl6pPr>
            <a:lvl7pPr indent="-298450" lvl="6" marL="3200400">
              <a:spcBef>
                <a:spcPts val="1600"/>
              </a:spcBef>
              <a:spcAft>
                <a:spcPts val="0"/>
              </a:spcAft>
              <a:buClr>
                <a:schemeClr val="dk1"/>
              </a:buClr>
              <a:buSzPts val="1100"/>
              <a:buFont typeface="Muli"/>
              <a:buAutoNum type="arabicPeriod"/>
              <a:defRPr sz="1250"/>
            </a:lvl7pPr>
            <a:lvl8pPr indent="-298450" lvl="7" marL="3657600">
              <a:spcBef>
                <a:spcPts val="1600"/>
              </a:spcBef>
              <a:spcAft>
                <a:spcPts val="0"/>
              </a:spcAft>
              <a:buClr>
                <a:schemeClr val="dk1"/>
              </a:buClr>
              <a:buSzPts val="1100"/>
              <a:buFont typeface="Muli"/>
              <a:buAutoNum type="alphaLcPeriod"/>
              <a:defRPr sz="1250"/>
            </a:lvl8pPr>
            <a:lvl9pPr indent="-298450" lvl="8" marL="4114800">
              <a:spcBef>
                <a:spcPts val="1600"/>
              </a:spcBef>
              <a:spcAft>
                <a:spcPts val="1600"/>
              </a:spcAft>
              <a:buClr>
                <a:schemeClr val="dk1"/>
              </a:buClr>
              <a:buSzPts val="1100"/>
              <a:buFont typeface="Muli"/>
              <a:buAutoNum type="romanLcPeriod"/>
              <a:defRPr sz="1250"/>
            </a:lvl9pPr>
          </a:lstStyle>
          <a:p/>
        </p:txBody>
      </p:sp>
      <p:sp>
        <p:nvSpPr>
          <p:cNvPr id="340" name="Google Shape;340;p63"/>
          <p:cNvSpPr txBox="1"/>
          <p:nvPr>
            <p:ph type="title"/>
          </p:nvPr>
        </p:nvSpPr>
        <p:spPr>
          <a:xfrm>
            <a:off x="1781425" y="378225"/>
            <a:ext cx="65898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1" name="Shape 341"/>
        <p:cNvGrpSpPr/>
        <p:nvPr/>
      </p:nvGrpSpPr>
      <p:grpSpPr>
        <a:xfrm>
          <a:off x="0" y="0"/>
          <a:ext cx="0" cy="0"/>
          <a:chOff x="0" y="0"/>
          <a:chExt cx="0" cy="0"/>
        </a:xfrm>
      </p:grpSpPr>
      <p:pic>
        <p:nvPicPr>
          <p:cNvPr id="342" name="Google Shape;342;p64"/>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343" name="Google Shape;343;p64"/>
          <p:cNvSpPr txBox="1"/>
          <p:nvPr>
            <p:ph idx="1" type="body"/>
          </p:nvPr>
        </p:nvSpPr>
        <p:spPr>
          <a:xfrm>
            <a:off x="775144" y="1313000"/>
            <a:ext cx="3564900" cy="325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44" name="Google Shape;344;p64"/>
          <p:cNvSpPr txBox="1"/>
          <p:nvPr>
            <p:ph idx="2" type="body"/>
          </p:nvPr>
        </p:nvSpPr>
        <p:spPr>
          <a:xfrm>
            <a:off x="4803956" y="1313000"/>
            <a:ext cx="3564900" cy="325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45" name="Google Shape;345;p64"/>
          <p:cNvSpPr txBox="1"/>
          <p:nvPr>
            <p:ph type="title"/>
          </p:nvPr>
        </p:nvSpPr>
        <p:spPr>
          <a:xfrm>
            <a:off x="3972475" y="378225"/>
            <a:ext cx="43986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6" name="Shape 346"/>
        <p:cNvGrpSpPr/>
        <p:nvPr/>
      </p:nvGrpSpPr>
      <p:grpSpPr>
        <a:xfrm>
          <a:off x="0" y="0"/>
          <a:ext cx="0" cy="0"/>
          <a:chOff x="0" y="0"/>
          <a:chExt cx="0" cy="0"/>
        </a:xfrm>
      </p:grpSpPr>
      <p:pic>
        <p:nvPicPr>
          <p:cNvPr id="347" name="Google Shape;347;p65"/>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348" name="Google Shape;348;p65"/>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9" name="Shape 349"/>
        <p:cNvGrpSpPr/>
        <p:nvPr/>
      </p:nvGrpSpPr>
      <p:grpSpPr>
        <a:xfrm>
          <a:off x="0" y="0"/>
          <a:ext cx="0" cy="0"/>
          <a:chOff x="0" y="0"/>
          <a:chExt cx="0" cy="0"/>
        </a:xfrm>
      </p:grpSpPr>
      <p:sp>
        <p:nvSpPr>
          <p:cNvPr id="350" name="Google Shape;350;p66"/>
          <p:cNvSpPr txBox="1"/>
          <p:nvPr>
            <p:ph type="title"/>
          </p:nvPr>
        </p:nvSpPr>
        <p:spPr>
          <a:xfrm>
            <a:off x="1008350" y="1460450"/>
            <a:ext cx="2808000" cy="7557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1" name="Google Shape;351;p66"/>
          <p:cNvSpPr txBox="1"/>
          <p:nvPr>
            <p:ph idx="1" type="body"/>
          </p:nvPr>
        </p:nvSpPr>
        <p:spPr>
          <a:xfrm>
            <a:off x="1008350" y="2183050"/>
            <a:ext cx="3015900" cy="1500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pic>
        <p:nvPicPr>
          <p:cNvPr id="352" name="Google Shape;352;p66"/>
          <p:cNvPicPr preferRelativeResize="0"/>
          <p:nvPr/>
        </p:nvPicPr>
        <p:blipFill>
          <a:blip r:embed="rId2">
            <a:alphaModFix/>
          </a:blip>
          <a:stretch>
            <a:fillRect/>
          </a:stretch>
        </p:blipFill>
        <p:spPr>
          <a:xfrm rot="-5400000">
            <a:off x="4647114" y="1532427"/>
            <a:ext cx="6751897" cy="2241876"/>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3" name="Shape 353"/>
        <p:cNvGrpSpPr/>
        <p:nvPr/>
      </p:nvGrpSpPr>
      <p:grpSpPr>
        <a:xfrm>
          <a:off x="0" y="0"/>
          <a:ext cx="0" cy="0"/>
          <a:chOff x="0" y="0"/>
          <a:chExt cx="0" cy="0"/>
        </a:xfrm>
      </p:grpSpPr>
      <p:sp>
        <p:nvSpPr>
          <p:cNvPr id="354" name="Google Shape;354;p67"/>
          <p:cNvSpPr/>
          <p:nvPr/>
        </p:nvSpPr>
        <p:spPr>
          <a:xfrm rot="10800000">
            <a:off x="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7"/>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6" name="Google Shape;356;p67"/>
          <p:cNvPicPr preferRelativeResize="0"/>
          <p:nvPr/>
        </p:nvPicPr>
        <p:blipFill rotWithShape="1">
          <a:blip r:embed="rId2">
            <a:alphaModFix/>
          </a:blip>
          <a:srcRect b="0" l="0" r="0" t="0"/>
          <a:stretch/>
        </p:blipFill>
        <p:spPr>
          <a:xfrm>
            <a:off x="240625" y="3354737"/>
            <a:ext cx="8662743" cy="2601674"/>
          </a:xfrm>
          <a:prstGeom prst="rect">
            <a:avLst/>
          </a:prstGeom>
          <a:noFill/>
          <a:ln>
            <a:noFill/>
          </a:ln>
        </p:spPr>
      </p:pic>
      <p:pic>
        <p:nvPicPr>
          <p:cNvPr id="357" name="Google Shape;357;p67"/>
          <p:cNvPicPr preferRelativeResize="0"/>
          <p:nvPr/>
        </p:nvPicPr>
        <p:blipFill rotWithShape="1">
          <a:blip r:embed="rId2">
            <a:alphaModFix/>
          </a:blip>
          <a:srcRect b="0" l="0" r="0" t="0"/>
          <a:stretch/>
        </p:blipFill>
        <p:spPr>
          <a:xfrm rot="10800000">
            <a:off x="240625" y="-812913"/>
            <a:ext cx="8662743" cy="2601674"/>
          </a:xfrm>
          <a:prstGeom prst="rect">
            <a:avLst/>
          </a:prstGeom>
          <a:noFill/>
          <a:ln>
            <a:noFill/>
          </a:ln>
        </p:spPr>
      </p:pic>
      <p:sp>
        <p:nvSpPr>
          <p:cNvPr id="358" name="Google Shape;358;p67"/>
          <p:cNvSpPr txBox="1"/>
          <p:nvPr>
            <p:ph type="title"/>
          </p:nvPr>
        </p:nvSpPr>
        <p:spPr>
          <a:xfrm>
            <a:off x="1301375" y="1417650"/>
            <a:ext cx="6541200" cy="23082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9" name="Shape 359"/>
        <p:cNvGrpSpPr/>
        <p:nvPr/>
      </p:nvGrpSpPr>
      <p:grpSpPr>
        <a:xfrm>
          <a:off x="0" y="0"/>
          <a:ext cx="0" cy="0"/>
          <a:chOff x="0" y="0"/>
          <a:chExt cx="0" cy="0"/>
        </a:xfrm>
      </p:grpSpPr>
      <p:pic>
        <p:nvPicPr>
          <p:cNvPr id="360" name="Google Shape;360;p68"/>
          <p:cNvPicPr preferRelativeResize="0"/>
          <p:nvPr/>
        </p:nvPicPr>
        <p:blipFill>
          <a:blip r:embed="rId2">
            <a:alphaModFix amt="50000"/>
          </a:blip>
          <a:stretch>
            <a:fillRect/>
          </a:stretch>
        </p:blipFill>
        <p:spPr>
          <a:xfrm>
            <a:off x="-3192424" y="1047350"/>
            <a:ext cx="12336426" cy="4096149"/>
          </a:xfrm>
          <a:prstGeom prst="rect">
            <a:avLst/>
          </a:prstGeom>
          <a:noFill/>
          <a:ln>
            <a:noFill/>
          </a:ln>
        </p:spPr>
      </p:pic>
      <p:sp>
        <p:nvSpPr>
          <p:cNvPr id="361" name="Google Shape;361;p68"/>
          <p:cNvSpPr txBox="1"/>
          <p:nvPr>
            <p:ph type="title"/>
          </p:nvPr>
        </p:nvSpPr>
        <p:spPr>
          <a:xfrm>
            <a:off x="4998775" y="1276500"/>
            <a:ext cx="33552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3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2" name="Google Shape;362;p68"/>
          <p:cNvSpPr txBox="1"/>
          <p:nvPr>
            <p:ph idx="1" type="subTitle"/>
          </p:nvPr>
        </p:nvSpPr>
        <p:spPr>
          <a:xfrm>
            <a:off x="4998775" y="2110500"/>
            <a:ext cx="3355200" cy="16656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3" name="Shape 363"/>
        <p:cNvGrpSpPr/>
        <p:nvPr/>
      </p:nvGrpSpPr>
      <p:grpSpPr>
        <a:xfrm>
          <a:off x="0" y="0"/>
          <a:ext cx="0" cy="0"/>
          <a:chOff x="0" y="0"/>
          <a:chExt cx="0" cy="0"/>
        </a:xfrm>
      </p:grpSpPr>
      <p:sp>
        <p:nvSpPr>
          <p:cNvPr id="364" name="Google Shape;364;p69"/>
          <p:cNvSpPr txBox="1"/>
          <p:nvPr>
            <p:ph type="title"/>
          </p:nvPr>
        </p:nvSpPr>
        <p:spPr>
          <a:xfrm>
            <a:off x="1528650" y="450150"/>
            <a:ext cx="4029300" cy="1078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365" name="Google Shape;365;p69"/>
          <p:cNvPicPr preferRelativeResize="0"/>
          <p:nvPr/>
        </p:nvPicPr>
        <p:blipFill>
          <a:blip r:embed="rId2">
            <a:alphaModFix amt="56000"/>
          </a:blip>
          <a:stretch>
            <a:fillRect/>
          </a:stretch>
        </p:blipFill>
        <p:spPr>
          <a:xfrm rot="-3651880">
            <a:off x="-1772274" y="-44184"/>
            <a:ext cx="5918752" cy="6540298"/>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6" name="Shape 366"/>
        <p:cNvGrpSpPr/>
        <p:nvPr/>
      </p:nvGrpSpPr>
      <p:grpSpPr>
        <a:xfrm>
          <a:off x="0" y="0"/>
          <a:ext cx="0" cy="0"/>
          <a:chOff x="0" y="0"/>
          <a:chExt cx="0" cy="0"/>
        </a:xfrm>
      </p:grpSpPr>
      <p:pic>
        <p:nvPicPr>
          <p:cNvPr id="367" name="Google Shape;367;p70"/>
          <p:cNvPicPr preferRelativeResize="0"/>
          <p:nvPr/>
        </p:nvPicPr>
        <p:blipFill>
          <a:blip r:embed="rId2">
            <a:alphaModFix amt="56000"/>
          </a:blip>
          <a:stretch>
            <a:fillRect/>
          </a:stretch>
        </p:blipFill>
        <p:spPr>
          <a:xfrm rot="-7199997">
            <a:off x="4531704" y="539794"/>
            <a:ext cx="5918750" cy="6540301"/>
          </a:xfrm>
          <a:prstGeom prst="rect">
            <a:avLst/>
          </a:prstGeom>
          <a:noFill/>
          <a:ln>
            <a:noFill/>
          </a:ln>
        </p:spPr>
      </p:pic>
      <p:pic>
        <p:nvPicPr>
          <p:cNvPr id="368" name="Google Shape;368;p70"/>
          <p:cNvPicPr preferRelativeResize="0"/>
          <p:nvPr/>
        </p:nvPicPr>
        <p:blipFill>
          <a:blip r:embed="rId2">
            <a:alphaModFix amt="56000"/>
          </a:blip>
          <a:stretch>
            <a:fillRect/>
          </a:stretch>
        </p:blipFill>
        <p:spPr>
          <a:xfrm rot="-1365984">
            <a:off x="-1959971" y="118698"/>
            <a:ext cx="5918748" cy="6540298"/>
          </a:xfrm>
          <a:prstGeom prst="rect">
            <a:avLst/>
          </a:prstGeom>
          <a:noFill/>
          <a:ln>
            <a:noFill/>
          </a:ln>
        </p:spPr>
      </p:pic>
      <p:sp>
        <p:nvSpPr>
          <p:cNvPr id="369" name="Google Shape;369;p70"/>
          <p:cNvSpPr txBox="1"/>
          <p:nvPr>
            <p:ph hasCustomPrompt="1" type="title"/>
          </p:nvPr>
        </p:nvSpPr>
        <p:spPr>
          <a:xfrm>
            <a:off x="2028150" y="1598125"/>
            <a:ext cx="5087700" cy="1178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200"/>
              <a:buNone/>
              <a:defRPr sz="72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70" name="Google Shape;370;p70"/>
          <p:cNvSpPr txBox="1"/>
          <p:nvPr>
            <p:ph idx="1" type="subTitle"/>
          </p:nvPr>
        </p:nvSpPr>
        <p:spPr>
          <a:xfrm>
            <a:off x="2618725" y="2840075"/>
            <a:ext cx="3906600" cy="8211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71" name="Shape 371"/>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SECTION_TITLE_AND_DESCRIPTION_1">
    <p:spTree>
      <p:nvGrpSpPr>
        <p:cNvPr id="372" name="Shape 372"/>
        <p:cNvGrpSpPr/>
        <p:nvPr/>
      </p:nvGrpSpPr>
      <p:grpSpPr>
        <a:xfrm>
          <a:off x="0" y="0"/>
          <a:ext cx="0" cy="0"/>
          <a:chOff x="0" y="0"/>
          <a:chExt cx="0" cy="0"/>
        </a:xfrm>
      </p:grpSpPr>
      <p:pic>
        <p:nvPicPr>
          <p:cNvPr id="373" name="Google Shape;373;p72"/>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374" name="Google Shape;374;p72"/>
          <p:cNvSpPr txBox="1"/>
          <p:nvPr>
            <p:ph type="title"/>
          </p:nvPr>
        </p:nvSpPr>
        <p:spPr>
          <a:xfrm>
            <a:off x="7024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5" name="Google Shape;375;p72"/>
          <p:cNvSpPr txBox="1"/>
          <p:nvPr>
            <p:ph idx="1" type="subTitle"/>
          </p:nvPr>
        </p:nvSpPr>
        <p:spPr>
          <a:xfrm>
            <a:off x="7024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6" name="Google Shape;376;p72"/>
          <p:cNvSpPr txBox="1"/>
          <p:nvPr>
            <p:ph idx="2" type="title"/>
          </p:nvPr>
        </p:nvSpPr>
        <p:spPr>
          <a:xfrm>
            <a:off x="35986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7" name="Google Shape;377;p72"/>
          <p:cNvSpPr txBox="1"/>
          <p:nvPr>
            <p:ph idx="3" type="subTitle"/>
          </p:nvPr>
        </p:nvSpPr>
        <p:spPr>
          <a:xfrm>
            <a:off x="35986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8" name="Google Shape;378;p72"/>
          <p:cNvSpPr txBox="1"/>
          <p:nvPr>
            <p:ph idx="4" type="title"/>
          </p:nvPr>
        </p:nvSpPr>
        <p:spPr>
          <a:xfrm>
            <a:off x="6494850" y="1773225"/>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9" name="Google Shape;379;p72"/>
          <p:cNvSpPr txBox="1"/>
          <p:nvPr>
            <p:ph idx="5" type="subTitle"/>
          </p:nvPr>
        </p:nvSpPr>
        <p:spPr>
          <a:xfrm>
            <a:off x="6494850" y="207030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0" name="Google Shape;380;p72"/>
          <p:cNvSpPr txBox="1"/>
          <p:nvPr>
            <p:ph idx="6" type="title"/>
          </p:nvPr>
        </p:nvSpPr>
        <p:spPr>
          <a:xfrm>
            <a:off x="5039900" y="3501280"/>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1" name="Google Shape;381;p72"/>
          <p:cNvSpPr txBox="1"/>
          <p:nvPr>
            <p:ph idx="7" type="subTitle"/>
          </p:nvPr>
        </p:nvSpPr>
        <p:spPr>
          <a:xfrm>
            <a:off x="5039888" y="379823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2" name="Google Shape;382;p72"/>
          <p:cNvSpPr txBox="1"/>
          <p:nvPr>
            <p:ph idx="8" type="title"/>
          </p:nvPr>
        </p:nvSpPr>
        <p:spPr>
          <a:xfrm>
            <a:off x="2157425" y="3501280"/>
            <a:ext cx="1946700" cy="3819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3" name="Google Shape;383;p72"/>
          <p:cNvSpPr txBox="1"/>
          <p:nvPr>
            <p:ph idx="9" type="subTitle"/>
          </p:nvPr>
        </p:nvSpPr>
        <p:spPr>
          <a:xfrm>
            <a:off x="2157413" y="3798230"/>
            <a:ext cx="19467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4" name="Google Shape;384;p72"/>
          <p:cNvSpPr txBox="1"/>
          <p:nvPr>
            <p:ph hasCustomPrompt="1" idx="13" type="title"/>
          </p:nvPr>
        </p:nvSpPr>
        <p:spPr>
          <a:xfrm>
            <a:off x="11394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385" name="Google Shape;385;p72"/>
          <p:cNvSpPr txBox="1"/>
          <p:nvPr>
            <p:ph hasCustomPrompt="1" idx="14" type="title"/>
          </p:nvPr>
        </p:nvSpPr>
        <p:spPr>
          <a:xfrm>
            <a:off x="40356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386" name="Google Shape;386;p72"/>
          <p:cNvSpPr txBox="1"/>
          <p:nvPr>
            <p:ph hasCustomPrompt="1" idx="15" type="title"/>
          </p:nvPr>
        </p:nvSpPr>
        <p:spPr>
          <a:xfrm>
            <a:off x="6931800" y="128332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387" name="Google Shape;387;p72"/>
          <p:cNvSpPr txBox="1"/>
          <p:nvPr>
            <p:ph hasCustomPrompt="1" idx="16" type="title"/>
          </p:nvPr>
        </p:nvSpPr>
        <p:spPr>
          <a:xfrm>
            <a:off x="5476850" y="3007778"/>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
        <p:nvSpPr>
          <p:cNvPr id="388" name="Google Shape;388;p72"/>
          <p:cNvSpPr txBox="1"/>
          <p:nvPr>
            <p:ph hasCustomPrompt="1" idx="17" type="title"/>
          </p:nvPr>
        </p:nvSpPr>
        <p:spPr>
          <a:xfrm>
            <a:off x="2594375" y="3015515"/>
            <a:ext cx="1072800" cy="48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2400"/>
              <a:buNone/>
              <a:defRPr sz="2400">
                <a:solidFill>
                  <a:schemeClr val="accent2"/>
                </a:solidFill>
              </a:defRPr>
            </a:lvl1pPr>
            <a:lvl2pPr lvl="1" algn="ctr">
              <a:spcBef>
                <a:spcPts val="0"/>
              </a:spcBef>
              <a:spcAft>
                <a:spcPts val="0"/>
              </a:spcAft>
              <a:buClr>
                <a:schemeClr val="accent2"/>
              </a:buClr>
              <a:buSzPts val="2400"/>
              <a:buNone/>
              <a:defRPr sz="2400">
                <a:solidFill>
                  <a:schemeClr val="accent2"/>
                </a:solidFill>
              </a:defRPr>
            </a:lvl2pPr>
            <a:lvl3pPr lvl="2" algn="ctr">
              <a:spcBef>
                <a:spcPts val="0"/>
              </a:spcBef>
              <a:spcAft>
                <a:spcPts val="0"/>
              </a:spcAft>
              <a:buClr>
                <a:schemeClr val="accent2"/>
              </a:buClr>
              <a:buSzPts val="2400"/>
              <a:buNone/>
              <a:defRPr sz="2400">
                <a:solidFill>
                  <a:schemeClr val="accent2"/>
                </a:solidFill>
              </a:defRPr>
            </a:lvl3pPr>
            <a:lvl4pPr lvl="3" algn="ctr">
              <a:spcBef>
                <a:spcPts val="0"/>
              </a:spcBef>
              <a:spcAft>
                <a:spcPts val="0"/>
              </a:spcAft>
              <a:buClr>
                <a:schemeClr val="accent2"/>
              </a:buClr>
              <a:buSzPts val="2400"/>
              <a:buNone/>
              <a:defRPr sz="2400">
                <a:solidFill>
                  <a:schemeClr val="accent2"/>
                </a:solidFill>
              </a:defRPr>
            </a:lvl4pPr>
            <a:lvl5pPr lvl="4" algn="ctr">
              <a:spcBef>
                <a:spcPts val="0"/>
              </a:spcBef>
              <a:spcAft>
                <a:spcPts val="0"/>
              </a:spcAft>
              <a:buClr>
                <a:schemeClr val="accent2"/>
              </a:buClr>
              <a:buSzPts val="2400"/>
              <a:buNone/>
              <a:defRPr sz="2400">
                <a:solidFill>
                  <a:schemeClr val="accent2"/>
                </a:solidFill>
              </a:defRPr>
            </a:lvl5pPr>
            <a:lvl6pPr lvl="5" algn="ctr">
              <a:spcBef>
                <a:spcPts val="0"/>
              </a:spcBef>
              <a:spcAft>
                <a:spcPts val="0"/>
              </a:spcAft>
              <a:buClr>
                <a:schemeClr val="accent2"/>
              </a:buClr>
              <a:buSzPts val="2400"/>
              <a:buNone/>
              <a:defRPr sz="2400">
                <a:solidFill>
                  <a:schemeClr val="accent2"/>
                </a:solidFill>
              </a:defRPr>
            </a:lvl6pPr>
            <a:lvl7pPr lvl="6" algn="ctr">
              <a:spcBef>
                <a:spcPts val="0"/>
              </a:spcBef>
              <a:spcAft>
                <a:spcPts val="0"/>
              </a:spcAft>
              <a:buClr>
                <a:schemeClr val="accent2"/>
              </a:buClr>
              <a:buSzPts val="2400"/>
              <a:buNone/>
              <a:defRPr sz="2400">
                <a:solidFill>
                  <a:schemeClr val="accent2"/>
                </a:solidFill>
              </a:defRPr>
            </a:lvl7pPr>
            <a:lvl8pPr lvl="7" algn="ctr">
              <a:spcBef>
                <a:spcPts val="0"/>
              </a:spcBef>
              <a:spcAft>
                <a:spcPts val="0"/>
              </a:spcAft>
              <a:buClr>
                <a:schemeClr val="accent2"/>
              </a:buClr>
              <a:buSzPts val="2400"/>
              <a:buNone/>
              <a:defRPr sz="2400">
                <a:solidFill>
                  <a:schemeClr val="accent2"/>
                </a:solidFill>
              </a:defRPr>
            </a:lvl8pPr>
            <a:lvl9pPr lvl="8" algn="ctr">
              <a:spcBef>
                <a:spcPts val="0"/>
              </a:spcBef>
              <a:spcAft>
                <a:spcPts val="0"/>
              </a:spcAft>
              <a:buClr>
                <a:schemeClr val="accent2"/>
              </a:buClr>
              <a:buSzPts val="2400"/>
              <a:buNone/>
              <a:defRPr sz="2400">
                <a:solidFill>
                  <a:schemeClr val="accent2"/>
                </a:solidFill>
              </a:defRPr>
            </a:lvl9pPr>
          </a:lstStyle>
          <a:p>
            <a:r>
              <a:t>xx%</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SECTION_TITLE_AND_DESCRIPTION_1_1">
    <p:spTree>
      <p:nvGrpSpPr>
        <p:cNvPr id="389" name="Shape 389"/>
        <p:cNvGrpSpPr/>
        <p:nvPr/>
      </p:nvGrpSpPr>
      <p:grpSpPr>
        <a:xfrm>
          <a:off x="0" y="0"/>
          <a:ext cx="0" cy="0"/>
          <a:chOff x="0" y="0"/>
          <a:chExt cx="0" cy="0"/>
        </a:xfrm>
      </p:grpSpPr>
      <p:sp>
        <p:nvSpPr>
          <p:cNvPr id="390" name="Google Shape;390;p73"/>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391" name="Google Shape;391;p73"/>
          <p:cNvSpPr txBox="1"/>
          <p:nvPr>
            <p:ph hasCustomPrompt="1" idx="2" type="title"/>
          </p:nvPr>
        </p:nvSpPr>
        <p:spPr>
          <a:xfrm>
            <a:off x="2477100" y="1022775"/>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392" name="Google Shape;392;p73"/>
          <p:cNvSpPr txBox="1"/>
          <p:nvPr>
            <p:ph idx="1" type="subTitle"/>
          </p:nvPr>
        </p:nvSpPr>
        <p:spPr>
          <a:xfrm flipH="1">
            <a:off x="3139506" y="1259025"/>
            <a:ext cx="17793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393" name="Google Shape;393;p73"/>
          <p:cNvSpPr txBox="1"/>
          <p:nvPr>
            <p:ph idx="3" type="subTitle"/>
          </p:nvPr>
        </p:nvSpPr>
        <p:spPr>
          <a:xfrm>
            <a:off x="5152806" y="1220900"/>
            <a:ext cx="32013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394" name="Google Shape;394;p73"/>
          <p:cNvSpPr txBox="1"/>
          <p:nvPr>
            <p:ph hasCustomPrompt="1" idx="4" type="title"/>
          </p:nvPr>
        </p:nvSpPr>
        <p:spPr>
          <a:xfrm>
            <a:off x="2477100" y="1772447"/>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395" name="Google Shape;395;p73"/>
          <p:cNvSpPr txBox="1"/>
          <p:nvPr>
            <p:ph idx="5" type="subTitle"/>
          </p:nvPr>
        </p:nvSpPr>
        <p:spPr>
          <a:xfrm flipH="1">
            <a:off x="3139506" y="2008700"/>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396" name="Google Shape;396;p73"/>
          <p:cNvSpPr txBox="1"/>
          <p:nvPr>
            <p:ph idx="6" type="subTitle"/>
          </p:nvPr>
        </p:nvSpPr>
        <p:spPr>
          <a:xfrm>
            <a:off x="5146886" y="1970580"/>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397" name="Google Shape;397;p73"/>
          <p:cNvSpPr txBox="1"/>
          <p:nvPr>
            <p:ph hasCustomPrompt="1" idx="7" type="title"/>
          </p:nvPr>
        </p:nvSpPr>
        <p:spPr>
          <a:xfrm>
            <a:off x="2477100" y="2522122"/>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398" name="Google Shape;398;p73"/>
          <p:cNvSpPr txBox="1"/>
          <p:nvPr>
            <p:ph idx="8" type="subTitle"/>
          </p:nvPr>
        </p:nvSpPr>
        <p:spPr>
          <a:xfrm flipH="1">
            <a:off x="3139506" y="2759849"/>
            <a:ext cx="17793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399" name="Google Shape;399;p73"/>
          <p:cNvSpPr txBox="1"/>
          <p:nvPr>
            <p:ph idx="9" type="subTitle"/>
          </p:nvPr>
        </p:nvSpPr>
        <p:spPr>
          <a:xfrm>
            <a:off x="5143119" y="2721733"/>
            <a:ext cx="32013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400" name="Google Shape;400;p73"/>
          <p:cNvSpPr txBox="1"/>
          <p:nvPr>
            <p:ph hasCustomPrompt="1" idx="13" type="title"/>
          </p:nvPr>
        </p:nvSpPr>
        <p:spPr>
          <a:xfrm>
            <a:off x="2477100" y="3275277"/>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401" name="Google Shape;401;p73"/>
          <p:cNvSpPr txBox="1"/>
          <p:nvPr>
            <p:ph idx="14" type="subTitle"/>
          </p:nvPr>
        </p:nvSpPr>
        <p:spPr>
          <a:xfrm flipH="1">
            <a:off x="3139506" y="3511527"/>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402" name="Google Shape;402;p73"/>
          <p:cNvSpPr txBox="1"/>
          <p:nvPr>
            <p:ph idx="15" type="subTitle"/>
          </p:nvPr>
        </p:nvSpPr>
        <p:spPr>
          <a:xfrm>
            <a:off x="5142250" y="3473428"/>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sp>
        <p:nvSpPr>
          <p:cNvPr id="403" name="Google Shape;403;p73"/>
          <p:cNvSpPr txBox="1"/>
          <p:nvPr>
            <p:ph hasCustomPrompt="1" idx="16" type="title"/>
          </p:nvPr>
        </p:nvSpPr>
        <p:spPr>
          <a:xfrm>
            <a:off x="2477100" y="4021475"/>
            <a:ext cx="657000" cy="757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accent2"/>
              </a:buClr>
              <a:buSzPts val="10000"/>
              <a:buFont typeface="Barlow"/>
              <a:buNone/>
              <a:defRPr b="1" sz="2400">
                <a:solidFill>
                  <a:schemeClr val="accent2"/>
                </a:solidFill>
              </a:defRPr>
            </a:lvl1pPr>
            <a:lvl2pPr lvl="1">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2pPr>
            <a:lvl3pPr lvl="2">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3pPr>
            <a:lvl4pPr lvl="3">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4pPr>
            <a:lvl5pPr lvl="4">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5pPr>
            <a:lvl6pPr lvl="5">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6pPr>
            <a:lvl7pPr lvl="6">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7pPr>
            <a:lvl8pPr lvl="7">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8pPr>
            <a:lvl9pPr lvl="8">
              <a:spcBef>
                <a:spcPts val="0"/>
              </a:spcBef>
              <a:spcAft>
                <a:spcPts val="0"/>
              </a:spcAft>
              <a:buClr>
                <a:schemeClr val="accent2"/>
              </a:buClr>
              <a:buSzPts val="10000"/>
              <a:buFont typeface="Yanone Kaffeesatz"/>
              <a:buNone/>
              <a:defRPr sz="10000">
                <a:solidFill>
                  <a:schemeClr val="accent2"/>
                </a:solidFill>
                <a:latin typeface="Yanone Kaffeesatz"/>
                <a:ea typeface="Yanone Kaffeesatz"/>
                <a:cs typeface="Yanone Kaffeesatz"/>
                <a:sym typeface="Yanone Kaffeesatz"/>
              </a:defRPr>
            </a:lvl9pPr>
          </a:lstStyle>
          <a:p>
            <a:r>
              <a:t>xx%</a:t>
            </a:r>
          </a:p>
        </p:txBody>
      </p:sp>
      <p:sp>
        <p:nvSpPr>
          <p:cNvPr id="404" name="Google Shape;404;p73"/>
          <p:cNvSpPr txBox="1"/>
          <p:nvPr>
            <p:ph idx="17" type="subTitle"/>
          </p:nvPr>
        </p:nvSpPr>
        <p:spPr>
          <a:xfrm flipH="1">
            <a:off x="3139506" y="4257750"/>
            <a:ext cx="1777200" cy="28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800"/>
              <a:buFont typeface="Caveat"/>
              <a:buNone/>
              <a:defRPr b="1" sz="2000">
                <a:solidFill>
                  <a:schemeClr val="lt1"/>
                </a:solidFill>
                <a:latin typeface="Ubuntu"/>
                <a:ea typeface="Ubuntu"/>
                <a:cs typeface="Ubuntu"/>
                <a:sym typeface="Ubuntu"/>
              </a:defRPr>
            </a:lvl1pPr>
            <a:lvl2pPr lvl="1">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2pPr>
            <a:lvl3pPr lvl="2">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3pPr>
            <a:lvl4pPr lvl="3">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4pPr>
            <a:lvl5pPr lvl="4">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5pPr>
            <a:lvl6pPr lvl="5">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6pPr>
            <a:lvl7pPr lvl="6">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7pPr>
            <a:lvl8pPr lvl="7">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8pPr>
            <a:lvl9pPr lvl="8">
              <a:lnSpc>
                <a:spcPct val="100000"/>
              </a:lnSpc>
              <a:spcBef>
                <a:spcPts val="0"/>
              </a:spcBef>
              <a:spcAft>
                <a:spcPts val="0"/>
              </a:spcAft>
              <a:buClr>
                <a:schemeClr val="lt1"/>
              </a:buClr>
              <a:buSzPts val="1400"/>
              <a:buFont typeface="Fira Sans Condensed"/>
              <a:buNone/>
              <a:defRPr>
                <a:solidFill>
                  <a:schemeClr val="lt1"/>
                </a:solidFill>
                <a:latin typeface="Fira Sans Condensed"/>
                <a:ea typeface="Fira Sans Condensed"/>
                <a:cs typeface="Fira Sans Condensed"/>
                <a:sym typeface="Fira Sans Condensed"/>
              </a:defRPr>
            </a:lvl9pPr>
          </a:lstStyle>
          <a:p/>
        </p:txBody>
      </p:sp>
      <p:sp>
        <p:nvSpPr>
          <p:cNvPr id="405" name="Google Shape;405;p73"/>
          <p:cNvSpPr txBox="1"/>
          <p:nvPr>
            <p:ph idx="18" type="subTitle"/>
          </p:nvPr>
        </p:nvSpPr>
        <p:spPr>
          <a:xfrm>
            <a:off x="5142250" y="4219650"/>
            <a:ext cx="3206400" cy="3609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200"/>
              <a:buNone/>
              <a:defRPr sz="1400">
                <a:solidFill>
                  <a:schemeClr val="lt1"/>
                </a:solidFill>
              </a:defRPr>
            </a:lvl1pPr>
            <a:lvl2pPr lvl="1">
              <a:lnSpc>
                <a:spcPct val="100000"/>
              </a:lnSpc>
              <a:spcBef>
                <a:spcPts val="0"/>
              </a:spcBef>
              <a:spcAft>
                <a:spcPts val="0"/>
              </a:spcAft>
              <a:buClr>
                <a:schemeClr val="lt1"/>
              </a:buClr>
              <a:buSzPts val="1200"/>
              <a:buNone/>
              <a:defRPr sz="1200">
                <a:solidFill>
                  <a:schemeClr val="lt1"/>
                </a:solidFill>
              </a:defRPr>
            </a:lvl2pPr>
            <a:lvl3pPr lvl="2">
              <a:lnSpc>
                <a:spcPct val="100000"/>
              </a:lnSpc>
              <a:spcBef>
                <a:spcPts val="0"/>
              </a:spcBef>
              <a:spcAft>
                <a:spcPts val="0"/>
              </a:spcAft>
              <a:buClr>
                <a:schemeClr val="lt1"/>
              </a:buClr>
              <a:buSzPts val="1200"/>
              <a:buNone/>
              <a:defRPr sz="1200">
                <a:solidFill>
                  <a:schemeClr val="lt1"/>
                </a:solidFill>
              </a:defRPr>
            </a:lvl3pPr>
            <a:lvl4pPr lvl="3">
              <a:lnSpc>
                <a:spcPct val="100000"/>
              </a:lnSpc>
              <a:spcBef>
                <a:spcPts val="0"/>
              </a:spcBef>
              <a:spcAft>
                <a:spcPts val="0"/>
              </a:spcAft>
              <a:buClr>
                <a:schemeClr val="lt1"/>
              </a:buClr>
              <a:buSzPts val="1200"/>
              <a:buNone/>
              <a:defRPr sz="1200">
                <a:solidFill>
                  <a:schemeClr val="lt1"/>
                </a:solidFill>
              </a:defRPr>
            </a:lvl4pPr>
            <a:lvl5pPr lvl="4">
              <a:lnSpc>
                <a:spcPct val="100000"/>
              </a:lnSpc>
              <a:spcBef>
                <a:spcPts val="0"/>
              </a:spcBef>
              <a:spcAft>
                <a:spcPts val="0"/>
              </a:spcAft>
              <a:buClr>
                <a:schemeClr val="lt1"/>
              </a:buClr>
              <a:buSzPts val="1200"/>
              <a:buNone/>
              <a:defRPr sz="1200">
                <a:solidFill>
                  <a:schemeClr val="lt1"/>
                </a:solidFill>
              </a:defRPr>
            </a:lvl5pPr>
            <a:lvl6pPr lvl="5">
              <a:lnSpc>
                <a:spcPct val="100000"/>
              </a:lnSpc>
              <a:spcBef>
                <a:spcPts val="0"/>
              </a:spcBef>
              <a:spcAft>
                <a:spcPts val="0"/>
              </a:spcAft>
              <a:buClr>
                <a:schemeClr val="lt1"/>
              </a:buClr>
              <a:buSzPts val="1200"/>
              <a:buNone/>
              <a:defRPr sz="1200">
                <a:solidFill>
                  <a:schemeClr val="lt1"/>
                </a:solidFill>
              </a:defRPr>
            </a:lvl6pPr>
            <a:lvl7pPr lvl="6">
              <a:lnSpc>
                <a:spcPct val="100000"/>
              </a:lnSpc>
              <a:spcBef>
                <a:spcPts val="0"/>
              </a:spcBef>
              <a:spcAft>
                <a:spcPts val="0"/>
              </a:spcAft>
              <a:buClr>
                <a:schemeClr val="lt1"/>
              </a:buClr>
              <a:buSzPts val="1200"/>
              <a:buNone/>
              <a:defRPr sz="1200">
                <a:solidFill>
                  <a:schemeClr val="lt1"/>
                </a:solidFill>
              </a:defRPr>
            </a:lvl7pPr>
            <a:lvl8pPr lvl="7">
              <a:lnSpc>
                <a:spcPct val="100000"/>
              </a:lnSpc>
              <a:spcBef>
                <a:spcPts val="0"/>
              </a:spcBef>
              <a:spcAft>
                <a:spcPts val="0"/>
              </a:spcAft>
              <a:buClr>
                <a:schemeClr val="lt1"/>
              </a:buClr>
              <a:buSzPts val="1200"/>
              <a:buNone/>
              <a:defRPr sz="1200">
                <a:solidFill>
                  <a:schemeClr val="lt1"/>
                </a:solidFill>
              </a:defRPr>
            </a:lvl8pPr>
            <a:lvl9pPr lvl="8">
              <a:lnSpc>
                <a:spcPct val="100000"/>
              </a:lnSpc>
              <a:spcBef>
                <a:spcPts val="0"/>
              </a:spcBef>
              <a:spcAft>
                <a:spcPts val="0"/>
              </a:spcAft>
              <a:buClr>
                <a:schemeClr val="lt1"/>
              </a:buClr>
              <a:buSzPts val="1200"/>
              <a:buNone/>
              <a:defRPr sz="1200">
                <a:solidFill>
                  <a:schemeClr val="lt1"/>
                </a:solidFill>
              </a:defRPr>
            </a:lvl9pPr>
          </a:lstStyle>
          <a:p/>
        </p:txBody>
      </p:sp>
      <p:pic>
        <p:nvPicPr>
          <p:cNvPr id="406" name="Google Shape;406;p73"/>
          <p:cNvPicPr preferRelativeResize="0"/>
          <p:nvPr/>
        </p:nvPicPr>
        <p:blipFill rotWithShape="1">
          <a:blip r:embed="rId2">
            <a:alphaModFix/>
          </a:blip>
          <a:srcRect b="0" l="0" r="0" t="0"/>
          <a:stretch/>
        </p:blipFill>
        <p:spPr>
          <a:xfrm>
            <a:off x="-12739" y="1960725"/>
            <a:ext cx="1888727" cy="3164927"/>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1">
  <p:cSld name="CUSTOM">
    <p:spTree>
      <p:nvGrpSpPr>
        <p:cNvPr id="407" name="Shape 407"/>
        <p:cNvGrpSpPr/>
        <p:nvPr/>
      </p:nvGrpSpPr>
      <p:grpSpPr>
        <a:xfrm>
          <a:off x="0" y="0"/>
          <a:ext cx="0" cy="0"/>
          <a:chOff x="0" y="0"/>
          <a:chExt cx="0" cy="0"/>
        </a:xfrm>
      </p:grpSpPr>
      <p:pic>
        <p:nvPicPr>
          <p:cNvPr id="408" name="Google Shape;408;p74"/>
          <p:cNvPicPr preferRelativeResize="0"/>
          <p:nvPr/>
        </p:nvPicPr>
        <p:blipFill rotWithShape="1">
          <a:blip r:embed="rId2">
            <a:alphaModFix/>
          </a:blip>
          <a:srcRect b="0" l="30" r="30" t="0"/>
          <a:stretch/>
        </p:blipFill>
        <p:spPr>
          <a:xfrm rot="10800000">
            <a:off x="886002" y="137500"/>
            <a:ext cx="8702104" cy="4868498"/>
          </a:xfrm>
          <a:prstGeom prst="rect">
            <a:avLst/>
          </a:prstGeom>
          <a:noFill/>
          <a:ln>
            <a:noFill/>
          </a:ln>
        </p:spPr>
      </p:pic>
      <p:sp>
        <p:nvSpPr>
          <p:cNvPr id="409" name="Google Shape;409;p74"/>
          <p:cNvSpPr txBox="1"/>
          <p:nvPr>
            <p:ph type="title"/>
          </p:nvPr>
        </p:nvSpPr>
        <p:spPr>
          <a:xfrm>
            <a:off x="1396950" y="1650313"/>
            <a:ext cx="6350100" cy="1289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2100"/>
              <a:buNone/>
              <a:defRPr sz="8000">
                <a:solidFill>
                  <a:schemeClr val="lt1"/>
                </a:solidFill>
              </a:defRPr>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410" name="Google Shape;410;p74"/>
          <p:cNvSpPr txBox="1"/>
          <p:nvPr>
            <p:ph idx="1" type="subTitle"/>
          </p:nvPr>
        </p:nvSpPr>
        <p:spPr>
          <a:xfrm>
            <a:off x="1887750" y="2908788"/>
            <a:ext cx="5368500" cy="584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4">
    <p:spTree>
      <p:nvGrpSpPr>
        <p:cNvPr id="411" name="Shape 411"/>
        <p:cNvGrpSpPr/>
        <p:nvPr/>
      </p:nvGrpSpPr>
      <p:grpSpPr>
        <a:xfrm>
          <a:off x="0" y="0"/>
          <a:ext cx="0" cy="0"/>
          <a:chOff x="0" y="0"/>
          <a:chExt cx="0" cy="0"/>
        </a:xfrm>
      </p:grpSpPr>
      <p:pic>
        <p:nvPicPr>
          <p:cNvPr id="412" name="Google Shape;412;p75"/>
          <p:cNvPicPr preferRelativeResize="0"/>
          <p:nvPr/>
        </p:nvPicPr>
        <p:blipFill>
          <a:blip r:embed="rId2">
            <a:alphaModFix/>
          </a:blip>
          <a:stretch>
            <a:fillRect/>
          </a:stretch>
        </p:blipFill>
        <p:spPr>
          <a:xfrm flipH="1">
            <a:off x="5434928" y="-827887"/>
            <a:ext cx="6153101" cy="6799271"/>
          </a:xfrm>
          <a:prstGeom prst="rect">
            <a:avLst/>
          </a:prstGeom>
          <a:noFill/>
          <a:ln>
            <a:noFill/>
          </a:ln>
        </p:spPr>
      </p:pic>
      <p:sp>
        <p:nvSpPr>
          <p:cNvPr id="413" name="Google Shape;413;p75"/>
          <p:cNvSpPr txBox="1"/>
          <p:nvPr>
            <p:ph type="title"/>
          </p:nvPr>
        </p:nvSpPr>
        <p:spPr>
          <a:xfrm>
            <a:off x="2817900" y="2227050"/>
            <a:ext cx="35082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14" name="Google Shape;414;p75"/>
          <p:cNvSpPr txBox="1"/>
          <p:nvPr>
            <p:ph idx="1" type="subTitle"/>
          </p:nvPr>
        </p:nvSpPr>
        <p:spPr>
          <a:xfrm>
            <a:off x="2817900" y="3194925"/>
            <a:ext cx="35082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160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15" name="Google Shape;415;p75"/>
          <p:cNvPicPr preferRelativeResize="0"/>
          <p:nvPr/>
        </p:nvPicPr>
        <p:blipFill>
          <a:blip r:embed="rId2">
            <a:alphaModFix/>
          </a:blip>
          <a:stretch>
            <a:fillRect/>
          </a:stretch>
        </p:blipFill>
        <p:spPr>
          <a:xfrm flipH="1" rot="10800000">
            <a:off x="-2444022" y="-827887"/>
            <a:ext cx="6153101" cy="6799271"/>
          </a:xfrm>
          <a:prstGeom prst="rect">
            <a:avLst/>
          </a:prstGeom>
          <a:noFill/>
          <a:ln>
            <a:noFill/>
          </a:ln>
        </p:spPr>
      </p:pic>
      <p:sp>
        <p:nvSpPr>
          <p:cNvPr id="416" name="Google Shape;416;p75"/>
          <p:cNvSpPr txBox="1"/>
          <p:nvPr>
            <p:ph hasCustomPrompt="1" idx="2" type="title"/>
          </p:nvPr>
        </p:nvSpPr>
        <p:spPr>
          <a:xfrm>
            <a:off x="3349500" y="1027125"/>
            <a:ext cx="2445000" cy="841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4800"/>
              <a:buNone/>
              <a:defRPr sz="48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17" name="Google Shape;417;p75"/>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4_1">
    <p:spTree>
      <p:nvGrpSpPr>
        <p:cNvPr id="418" name="Shape 418"/>
        <p:cNvGrpSpPr/>
        <p:nvPr/>
      </p:nvGrpSpPr>
      <p:grpSpPr>
        <a:xfrm>
          <a:off x="0" y="0"/>
          <a:ext cx="0" cy="0"/>
          <a:chOff x="0" y="0"/>
          <a:chExt cx="0" cy="0"/>
        </a:xfrm>
      </p:grpSpPr>
      <p:pic>
        <p:nvPicPr>
          <p:cNvPr id="419" name="Google Shape;419;p76"/>
          <p:cNvPicPr preferRelativeResize="0"/>
          <p:nvPr/>
        </p:nvPicPr>
        <p:blipFill>
          <a:blip r:embed="rId2">
            <a:alphaModFix/>
          </a:blip>
          <a:stretch>
            <a:fillRect/>
          </a:stretch>
        </p:blipFill>
        <p:spPr>
          <a:xfrm flipH="1">
            <a:off x="3108153" y="-827887"/>
            <a:ext cx="6153101" cy="6799271"/>
          </a:xfrm>
          <a:prstGeom prst="rect">
            <a:avLst/>
          </a:prstGeom>
          <a:noFill/>
          <a:ln>
            <a:noFill/>
          </a:ln>
        </p:spPr>
      </p:pic>
      <p:sp>
        <p:nvSpPr>
          <p:cNvPr id="420" name="Google Shape;420;p76"/>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6"/>
          <p:cNvSpPr txBox="1"/>
          <p:nvPr>
            <p:ph type="title"/>
          </p:nvPr>
        </p:nvSpPr>
        <p:spPr>
          <a:xfrm>
            <a:off x="1212600" y="2227050"/>
            <a:ext cx="35082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22" name="Google Shape;422;p76"/>
          <p:cNvSpPr txBox="1"/>
          <p:nvPr>
            <p:ph idx="1" type="subTitle"/>
          </p:nvPr>
        </p:nvSpPr>
        <p:spPr>
          <a:xfrm>
            <a:off x="1212600" y="3194925"/>
            <a:ext cx="35082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160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423" name="Google Shape;423;p76"/>
          <p:cNvSpPr txBox="1"/>
          <p:nvPr>
            <p:ph hasCustomPrompt="1" idx="2" type="title"/>
          </p:nvPr>
        </p:nvSpPr>
        <p:spPr>
          <a:xfrm>
            <a:off x="1212600"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4_1_1">
    <p:spTree>
      <p:nvGrpSpPr>
        <p:cNvPr id="424" name="Shape 424"/>
        <p:cNvGrpSpPr/>
        <p:nvPr/>
      </p:nvGrpSpPr>
      <p:grpSpPr>
        <a:xfrm>
          <a:off x="0" y="0"/>
          <a:ext cx="0" cy="0"/>
          <a:chOff x="0" y="0"/>
          <a:chExt cx="0" cy="0"/>
        </a:xfrm>
      </p:grpSpPr>
      <p:sp>
        <p:nvSpPr>
          <p:cNvPr id="425" name="Google Shape;425;p77"/>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77"/>
          <p:cNvSpPr txBox="1"/>
          <p:nvPr>
            <p:ph type="title"/>
          </p:nvPr>
        </p:nvSpPr>
        <p:spPr>
          <a:xfrm>
            <a:off x="5112425" y="2227050"/>
            <a:ext cx="28767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27" name="Google Shape;427;p77"/>
          <p:cNvSpPr txBox="1"/>
          <p:nvPr>
            <p:ph hasCustomPrompt="1" idx="2" type="title"/>
          </p:nvPr>
        </p:nvSpPr>
        <p:spPr>
          <a:xfrm>
            <a:off x="5112425"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428" name="Google Shape;428;p77"/>
          <p:cNvSpPr txBox="1"/>
          <p:nvPr>
            <p:ph idx="1" type="subTitle"/>
          </p:nvPr>
        </p:nvSpPr>
        <p:spPr>
          <a:xfrm>
            <a:off x="5112425" y="3194925"/>
            <a:ext cx="3156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pic>
        <p:nvPicPr>
          <p:cNvPr id="429" name="Google Shape;429;p77"/>
          <p:cNvPicPr preferRelativeResize="0"/>
          <p:nvPr/>
        </p:nvPicPr>
        <p:blipFill>
          <a:blip r:embed="rId2">
            <a:alphaModFix/>
          </a:blip>
          <a:stretch>
            <a:fillRect/>
          </a:stretch>
        </p:blipFill>
        <p:spPr>
          <a:xfrm flipH="1" rot="7199998">
            <a:off x="-1138410" y="-712063"/>
            <a:ext cx="6153100" cy="6799269"/>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4_1_1_1">
    <p:spTree>
      <p:nvGrpSpPr>
        <p:cNvPr id="430" name="Shape 430"/>
        <p:cNvGrpSpPr/>
        <p:nvPr/>
      </p:nvGrpSpPr>
      <p:grpSpPr>
        <a:xfrm>
          <a:off x="0" y="0"/>
          <a:ext cx="0" cy="0"/>
          <a:chOff x="0" y="0"/>
          <a:chExt cx="0" cy="0"/>
        </a:xfrm>
      </p:grpSpPr>
      <p:pic>
        <p:nvPicPr>
          <p:cNvPr id="431" name="Google Shape;431;p78"/>
          <p:cNvPicPr preferRelativeResize="0"/>
          <p:nvPr/>
        </p:nvPicPr>
        <p:blipFill>
          <a:blip r:embed="rId2">
            <a:alphaModFix/>
          </a:blip>
          <a:stretch>
            <a:fillRect/>
          </a:stretch>
        </p:blipFill>
        <p:spPr>
          <a:xfrm flipH="1" rot="3600002">
            <a:off x="4129318" y="-712064"/>
            <a:ext cx="6153100" cy="6799269"/>
          </a:xfrm>
          <a:prstGeom prst="rect">
            <a:avLst/>
          </a:prstGeom>
          <a:noFill/>
          <a:ln>
            <a:noFill/>
          </a:ln>
        </p:spPr>
      </p:pic>
      <p:sp>
        <p:nvSpPr>
          <p:cNvPr id="432" name="Google Shape;432;p78"/>
          <p:cNvSpPr txBox="1"/>
          <p:nvPr>
            <p:ph type="title"/>
          </p:nvPr>
        </p:nvSpPr>
        <p:spPr>
          <a:xfrm>
            <a:off x="1212600" y="2227050"/>
            <a:ext cx="35082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33" name="Google Shape;433;p78"/>
          <p:cNvSpPr txBox="1"/>
          <p:nvPr>
            <p:ph idx="1" type="subTitle"/>
          </p:nvPr>
        </p:nvSpPr>
        <p:spPr>
          <a:xfrm>
            <a:off x="1212600" y="3194925"/>
            <a:ext cx="35082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160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434" name="Google Shape;434;p78"/>
          <p:cNvSpPr txBox="1"/>
          <p:nvPr>
            <p:ph hasCustomPrompt="1" idx="2" type="title"/>
          </p:nvPr>
        </p:nvSpPr>
        <p:spPr>
          <a:xfrm>
            <a:off x="1214500" y="1027125"/>
            <a:ext cx="24450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None/>
              <a:defRPr sz="4800">
                <a:solidFill>
                  <a:schemeClr val="accent2"/>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435" name="Google Shape;435;p78"/>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436" name="Shape 436"/>
        <p:cNvGrpSpPr/>
        <p:nvPr/>
      </p:nvGrpSpPr>
      <p:grpSpPr>
        <a:xfrm>
          <a:off x="0" y="0"/>
          <a:ext cx="0" cy="0"/>
          <a:chOff x="0" y="0"/>
          <a:chExt cx="0" cy="0"/>
        </a:xfrm>
      </p:grpSpPr>
      <p:sp>
        <p:nvSpPr>
          <p:cNvPr id="437" name="Google Shape;437;p79"/>
          <p:cNvSpPr txBox="1"/>
          <p:nvPr>
            <p:ph idx="1" type="subTitle"/>
          </p:nvPr>
        </p:nvSpPr>
        <p:spPr>
          <a:xfrm>
            <a:off x="1990525" y="132282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438" name="Google Shape;438;p79"/>
          <p:cNvSpPr txBox="1"/>
          <p:nvPr>
            <p:ph hasCustomPrompt="1" type="title"/>
          </p:nvPr>
        </p:nvSpPr>
        <p:spPr>
          <a:xfrm>
            <a:off x="2181870" y="72157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lt1"/>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439" name="Google Shape;439;p79"/>
          <p:cNvSpPr txBox="1"/>
          <p:nvPr>
            <p:ph idx="2" type="subTitle"/>
          </p:nvPr>
        </p:nvSpPr>
        <p:spPr>
          <a:xfrm>
            <a:off x="1990525" y="267077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440" name="Google Shape;440;p79"/>
          <p:cNvSpPr txBox="1"/>
          <p:nvPr>
            <p:ph hasCustomPrompt="1" idx="3" type="title"/>
          </p:nvPr>
        </p:nvSpPr>
        <p:spPr>
          <a:xfrm>
            <a:off x="2181870" y="206952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441" name="Google Shape;441;p79"/>
          <p:cNvSpPr txBox="1"/>
          <p:nvPr>
            <p:ph idx="4" type="subTitle"/>
          </p:nvPr>
        </p:nvSpPr>
        <p:spPr>
          <a:xfrm>
            <a:off x="1990525" y="4018725"/>
            <a:ext cx="51405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442" name="Google Shape;442;p79"/>
          <p:cNvSpPr txBox="1"/>
          <p:nvPr>
            <p:ph hasCustomPrompt="1" idx="5" type="title"/>
          </p:nvPr>
        </p:nvSpPr>
        <p:spPr>
          <a:xfrm>
            <a:off x="2181870" y="3417475"/>
            <a:ext cx="4758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4000">
                <a:solidFill>
                  <a:schemeClr val="lt1"/>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pic>
        <p:nvPicPr>
          <p:cNvPr id="443" name="Google Shape;443;p79"/>
          <p:cNvPicPr preferRelativeResize="0"/>
          <p:nvPr/>
        </p:nvPicPr>
        <p:blipFill rotWithShape="1">
          <a:blip r:embed="rId2">
            <a:alphaModFix/>
          </a:blip>
          <a:srcRect b="0" l="30" r="30" t="0"/>
          <a:stretch/>
        </p:blipFill>
        <p:spPr>
          <a:xfrm rot="-5400000">
            <a:off x="5392666" y="2531219"/>
            <a:ext cx="7778041" cy="4351520"/>
          </a:xfrm>
          <a:prstGeom prst="rect">
            <a:avLst/>
          </a:prstGeom>
          <a:noFill/>
          <a:ln>
            <a:noFill/>
          </a:ln>
        </p:spPr>
      </p:pic>
      <p:pic>
        <p:nvPicPr>
          <p:cNvPr id="444" name="Google Shape;444;p79"/>
          <p:cNvPicPr preferRelativeResize="0"/>
          <p:nvPr/>
        </p:nvPicPr>
        <p:blipFill rotWithShape="1">
          <a:blip r:embed="rId2">
            <a:alphaModFix/>
          </a:blip>
          <a:srcRect b="0" l="30" r="30" t="0"/>
          <a:stretch/>
        </p:blipFill>
        <p:spPr>
          <a:xfrm rot="5400000">
            <a:off x="-4037883" y="-1739240"/>
            <a:ext cx="7778041" cy="435152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11_1">
    <p:spTree>
      <p:nvGrpSpPr>
        <p:cNvPr id="445" name="Shape 445"/>
        <p:cNvGrpSpPr/>
        <p:nvPr/>
      </p:nvGrpSpPr>
      <p:grpSpPr>
        <a:xfrm>
          <a:off x="0" y="0"/>
          <a:ext cx="0" cy="0"/>
          <a:chOff x="0" y="0"/>
          <a:chExt cx="0" cy="0"/>
        </a:xfrm>
      </p:grpSpPr>
      <p:pic>
        <p:nvPicPr>
          <p:cNvPr id="446" name="Google Shape;446;p80"/>
          <p:cNvPicPr preferRelativeResize="0"/>
          <p:nvPr/>
        </p:nvPicPr>
        <p:blipFill>
          <a:blip r:embed="rId2">
            <a:alphaModFix/>
          </a:blip>
          <a:stretch>
            <a:fillRect/>
          </a:stretch>
        </p:blipFill>
        <p:spPr>
          <a:xfrm rot="10800000">
            <a:off x="675098" y="-14654"/>
            <a:ext cx="1819652" cy="2125526"/>
          </a:xfrm>
          <a:prstGeom prst="rect">
            <a:avLst/>
          </a:prstGeom>
          <a:noFill/>
          <a:ln>
            <a:noFill/>
          </a:ln>
        </p:spPr>
      </p:pic>
      <p:pic>
        <p:nvPicPr>
          <p:cNvPr id="447" name="Google Shape;447;p80"/>
          <p:cNvPicPr preferRelativeResize="0"/>
          <p:nvPr/>
        </p:nvPicPr>
        <p:blipFill>
          <a:blip r:embed="rId3">
            <a:alphaModFix/>
          </a:blip>
          <a:stretch>
            <a:fillRect/>
          </a:stretch>
        </p:blipFill>
        <p:spPr>
          <a:xfrm rot="10800000">
            <a:off x="3888505" y="-1"/>
            <a:ext cx="1453074" cy="2990225"/>
          </a:xfrm>
          <a:prstGeom prst="rect">
            <a:avLst/>
          </a:prstGeom>
          <a:noFill/>
          <a:ln>
            <a:noFill/>
          </a:ln>
        </p:spPr>
      </p:pic>
      <p:sp>
        <p:nvSpPr>
          <p:cNvPr id="448" name="Google Shape;448;p80"/>
          <p:cNvSpPr txBox="1"/>
          <p:nvPr>
            <p:ph idx="1" type="subTitle"/>
          </p:nvPr>
        </p:nvSpPr>
        <p:spPr>
          <a:xfrm>
            <a:off x="789900" y="3889975"/>
            <a:ext cx="3774600" cy="40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449" name="Google Shape;449;p80"/>
          <p:cNvSpPr txBox="1"/>
          <p:nvPr>
            <p:ph hasCustomPrompt="1" type="title"/>
          </p:nvPr>
        </p:nvSpPr>
        <p:spPr>
          <a:xfrm>
            <a:off x="789900" y="3288725"/>
            <a:ext cx="37746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5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450" name="Google Shape;450;p80"/>
          <p:cNvSpPr txBox="1"/>
          <p:nvPr>
            <p:ph idx="2" type="subTitle"/>
          </p:nvPr>
        </p:nvSpPr>
        <p:spPr>
          <a:xfrm>
            <a:off x="4579575" y="3889975"/>
            <a:ext cx="3774600" cy="403200"/>
          </a:xfrm>
          <a:prstGeom prst="rect">
            <a:avLst/>
          </a:prstGeom>
        </p:spPr>
        <p:txBody>
          <a:bodyPr anchorCtr="0" anchor="t" bIns="91425" lIns="91425" spcFirstLastPara="1" rIns="91425" wrap="square" tIns="91425">
            <a:noAutofit/>
          </a:bodyPr>
          <a:lstStyle>
            <a:lvl1pPr lvl="0" marR="182880" algn="ctr">
              <a:lnSpc>
                <a:spcPct val="100000"/>
              </a:lnSpc>
              <a:spcBef>
                <a:spcPts val="0"/>
              </a:spcBef>
              <a:spcAft>
                <a:spcPts val="0"/>
              </a:spcAft>
              <a:buSzPts val="1400"/>
              <a:buNone/>
              <a:defRPr sz="16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451" name="Google Shape;451;p80"/>
          <p:cNvSpPr txBox="1"/>
          <p:nvPr>
            <p:ph hasCustomPrompt="1" idx="3" type="title"/>
          </p:nvPr>
        </p:nvSpPr>
        <p:spPr>
          <a:xfrm>
            <a:off x="4572003" y="3288725"/>
            <a:ext cx="37746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6000"/>
              <a:buNone/>
              <a:defRPr b="1" sz="5000">
                <a:solidFill>
                  <a:schemeClr val="accent2"/>
                </a:solidFill>
                <a:latin typeface="Montserrat"/>
                <a:ea typeface="Montserrat"/>
                <a:cs typeface="Montserrat"/>
                <a:sym typeface="Montserrat"/>
              </a:defRPr>
            </a:lvl1pPr>
            <a:lvl2pPr lvl="1"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rgbClr val="434343"/>
              </a:buClr>
              <a:buSzPts val="7200"/>
              <a:buFont typeface="Fira Sans Extra Condensed Medium"/>
              <a:buNone/>
              <a:defRPr sz="72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452" name="Google Shape;452;p80"/>
          <p:cNvSpPr txBox="1"/>
          <p:nvPr>
            <p:ph idx="4"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BODY_1">
    <p:spTree>
      <p:nvGrpSpPr>
        <p:cNvPr id="453" name="Shape 453"/>
        <p:cNvGrpSpPr/>
        <p:nvPr/>
      </p:nvGrpSpPr>
      <p:grpSpPr>
        <a:xfrm>
          <a:off x="0" y="0"/>
          <a:ext cx="0" cy="0"/>
          <a:chOff x="0" y="0"/>
          <a:chExt cx="0" cy="0"/>
        </a:xfrm>
      </p:grpSpPr>
      <p:pic>
        <p:nvPicPr>
          <p:cNvPr id="454" name="Google Shape;454;p81"/>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455" name="Google Shape;455;p81"/>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456" name="Google Shape;456;p81"/>
          <p:cNvSpPr txBox="1"/>
          <p:nvPr>
            <p:ph idx="2" type="title"/>
          </p:nvPr>
        </p:nvSpPr>
        <p:spPr>
          <a:xfrm>
            <a:off x="809939"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457" name="Google Shape;457;p81"/>
          <p:cNvSpPr txBox="1"/>
          <p:nvPr>
            <p:ph idx="1" type="subTitle"/>
          </p:nvPr>
        </p:nvSpPr>
        <p:spPr>
          <a:xfrm>
            <a:off x="809925"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8" name="Google Shape;458;p81"/>
          <p:cNvSpPr txBox="1"/>
          <p:nvPr>
            <p:ph idx="3" type="title"/>
          </p:nvPr>
        </p:nvSpPr>
        <p:spPr>
          <a:xfrm>
            <a:off x="3463502"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459" name="Google Shape;459;p81"/>
          <p:cNvSpPr txBox="1"/>
          <p:nvPr>
            <p:ph idx="4" type="subTitle"/>
          </p:nvPr>
        </p:nvSpPr>
        <p:spPr>
          <a:xfrm>
            <a:off x="3463488"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0" name="Google Shape;460;p81"/>
          <p:cNvSpPr txBox="1"/>
          <p:nvPr>
            <p:ph idx="5" type="title"/>
          </p:nvPr>
        </p:nvSpPr>
        <p:spPr>
          <a:xfrm>
            <a:off x="6117052" y="3104050"/>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461" name="Google Shape;461;p81"/>
          <p:cNvSpPr txBox="1"/>
          <p:nvPr>
            <p:ph idx="6" type="subTitle"/>
          </p:nvPr>
        </p:nvSpPr>
        <p:spPr>
          <a:xfrm>
            <a:off x="6117038" y="3477200"/>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62" name="Shape 462"/>
        <p:cNvGrpSpPr/>
        <p:nvPr/>
      </p:nvGrpSpPr>
      <p:grpSpPr>
        <a:xfrm>
          <a:off x="0" y="0"/>
          <a:ext cx="0" cy="0"/>
          <a:chOff x="0" y="0"/>
          <a:chExt cx="0" cy="0"/>
        </a:xfrm>
      </p:grpSpPr>
      <p:sp>
        <p:nvSpPr>
          <p:cNvPr id="463" name="Google Shape;463;p82"/>
          <p:cNvSpPr txBox="1"/>
          <p:nvPr>
            <p:ph type="title"/>
          </p:nvPr>
        </p:nvSpPr>
        <p:spPr>
          <a:xfrm>
            <a:off x="3758000" y="378225"/>
            <a:ext cx="46131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464" name="Google Shape;464;p82"/>
          <p:cNvPicPr preferRelativeResize="0"/>
          <p:nvPr/>
        </p:nvPicPr>
        <p:blipFill>
          <a:blip r:embed="rId2">
            <a:alphaModFix amt="56000"/>
          </a:blip>
          <a:stretch>
            <a:fillRect/>
          </a:stretch>
        </p:blipFill>
        <p:spPr>
          <a:xfrm rot="-1365984">
            <a:off x="-1511771" y="-174252"/>
            <a:ext cx="5918748" cy="6540298"/>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
    <p:spTree>
      <p:nvGrpSpPr>
        <p:cNvPr id="465" name="Shape 465"/>
        <p:cNvGrpSpPr/>
        <p:nvPr/>
      </p:nvGrpSpPr>
      <p:grpSpPr>
        <a:xfrm>
          <a:off x="0" y="0"/>
          <a:ext cx="0" cy="0"/>
          <a:chOff x="0" y="0"/>
          <a:chExt cx="0" cy="0"/>
        </a:xfrm>
      </p:grpSpPr>
      <p:sp>
        <p:nvSpPr>
          <p:cNvPr id="466" name="Google Shape;466;p83"/>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467" name="Google Shape;467;p83"/>
          <p:cNvPicPr preferRelativeResize="0"/>
          <p:nvPr/>
        </p:nvPicPr>
        <p:blipFill>
          <a:blip r:embed="rId2">
            <a:alphaModFix amt="50000"/>
          </a:blip>
          <a:stretch>
            <a:fillRect/>
          </a:stretch>
        </p:blipFill>
        <p:spPr>
          <a:xfrm>
            <a:off x="1" y="2801493"/>
            <a:ext cx="9144003" cy="3036157"/>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
    <p:spTree>
      <p:nvGrpSpPr>
        <p:cNvPr id="468" name="Shape 468"/>
        <p:cNvGrpSpPr/>
        <p:nvPr/>
      </p:nvGrpSpPr>
      <p:grpSpPr>
        <a:xfrm>
          <a:off x="0" y="0"/>
          <a:ext cx="0" cy="0"/>
          <a:chOff x="0" y="0"/>
          <a:chExt cx="0" cy="0"/>
        </a:xfrm>
      </p:grpSpPr>
      <p:sp>
        <p:nvSpPr>
          <p:cNvPr id="469" name="Google Shape;469;p84"/>
          <p:cNvSpPr txBox="1"/>
          <p:nvPr>
            <p:ph type="title"/>
          </p:nvPr>
        </p:nvSpPr>
        <p:spPr>
          <a:xfrm>
            <a:off x="3229175" y="378225"/>
            <a:ext cx="5142000" cy="515100"/>
          </a:xfrm>
          <a:prstGeom prst="rect">
            <a:avLst/>
          </a:prstGeom>
          <a:effectLst>
            <a:outerShdw blurRad="57150" rotWithShape="0" algn="bl" dir="5400000" dist="19050">
              <a:schemeClr val="dk2">
                <a:alpha val="50000"/>
              </a:schemeClr>
            </a:outerShdw>
          </a:effectLst>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pic>
        <p:nvPicPr>
          <p:cNvPr id="470" name="Google Shape;470;p84"/>
          <p:cNvPicPr preferRelativeResize="0"/>
          <p:nvPr/>
        </p:nvPicPr>
        <p:blipFill>
          <a:blip r:embed="rId2">
            <a:alphaModFix/>
          </a:blip>
          <a:stretch>
            <a:fillRect/>
          </a:stretch>
        </p:blipFill>
        <p:spPr>
          <a:xfrm flipH="1" rot="5400000">
            <a:off x="-2255011" y="1532427"/>
            <a:ext cx="6751897" cy="2241876"/>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
    <p:spTree>
      <p:nvGrpSpPr>
        <p:cNvPr id="471" name="Shape 471"/>
        <p:cNvGrpSpPr/>
        <p:nvPr/>
      </p:nvGrpSpPr>
      <p:grpSpPr>
        <a:xfrm>
          <a:off x="0" y="0"/>
          <a:ext cx="0" cy="0"/>
          <a:chOff x="0" y="0"/>
          <a:chExt cx="0" cy="0"/>
        </a:xfrm>
      </p:grpSpPr>
      <p:sp>
        <p:nvSpPr>
          <p:cNvPr id="472" name="Google Shape;472;p85"/>
          <p:cNvSpPr txBox="1"/>
          <p:nvPr>
            <p:ph type="title"/>
          </p:nvPr>
        </p:nvSpPr>
        <p:spPr>
          <a:xfrm>
            <a:off x="3161025" y="378225"/>
            <a:ext cx="52101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8">
    <p:spTree>
      <p:nvGrpSpPr>
        <p:cNvPr id="473" name="Shape 473"/>
        <p:cNvGrpSpPr/>
        <p:nvPr/>
      </p:nvGrpSpPr>
      <p:grpSpPr>
        <a:xfrm>
          <a:off x="0" y="0"/>
          <a:ext cx="0" cy="0"/>
          <a:chOff x="0" y="0"/>
          <a:chExt cx="0" cy="0"/>
        </a:xfrm>
      </p:grpSpPr>
      <p:sp>
        <p:nvSpPr>
          <p:cNvPr id="474" name="Google Shape;474;p86"/>
          <p:cNvSpPr txBox="1"/>
          <p:nvPr>
            <p:ph type="title"/>
          </p:nvPr>
        </p:nvSpPr>
        <p:spPr>
          <a:xfrm>
            <a:off x="789900" y="4150672"/>
            <a:ext cx="7564200" cy="5559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75" name="Google Shape;475;p86"/>
          <p:cNvPicPr preferRelativeResize="0"/>
          <p:nvPr/>
        </p:nvPicPr>
        <p:blipFill>
          <a:blip r:embed="rId2">
            <a:alphaModFix/>
          </a:blip>
          <a:stretch>
            <a:fillRect/>
          </a:stretch>
        </p:blipFill>
        <p:spPr>
          <a:xfrm flipH="1" rot="10800000">
            <a:off x="-3640859" y="-2028805"/>
            <a:ext cx="6153101" cy="6799271"/>
          </a:xfrm>
          <a:prstGeom prst="rect">
            <a:avLst/>
          </a:prstGeom>
          <a:noFill/>
          <a:ln>
            <a:noFill/>
          </a:ln>
        </p:spPr>
      </p:pic>
      <p:pic>
        <p:nvPicPr>
          <p:cNvPr id="476" name="Google Shape;476;p86"/>
          <p:cNvPicPr preferRelativeResize="0"/>
          <p:nvPr/>
        </p:nvPicPr>
        <p:blipFill>
          <a:blip r:embed="rId2">
            <a:alphaModFix/>
          </a:blip>
          <a:stretch>
            <a:fillRect/>
          </a:stretch>
        </p:blipFill>
        <p:spPr>
          <a:xfrm rot="10800000">
            <a:off x="6631766" y="-2028805"/>
            <a:ext cx="6153101" cy="6799271"/>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2">
    <p:spTree>
      <p:nvGrpSpPr>
        <p:cNvPr id="477" name="Shape 477"/>
        <p:cNvGrpSpPr/>
        <p:nvPr/>
      </p:nvGrpSpPr>
      <p:grpSpPr>
        <a:xfrm>
          <a:off x="0" y="0"/>
          <a:ext cx="0" cy="0"/>
          <a:chOff x="0" y="0"/>
          <a:chExt cx="0" cy="0"/>
        </a:xfrm>
      </p:grpSpPr>
      <p:sp>
        <p:nvSpPr>
          <p:cNvPr id="478" name="Google Shape;478;p87"/>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479" name="Google Shape;479;p87"/>
          <p:cNvSpPr txBox="1"/>
          <p:nvPr>
            <p:ph idx="1" type="subTitle"/>
          </p:nvPr>
        </p:nvSpPr>
        <p:spPr>
          <a:xfrm>
            <a:off x="4870825" y="1767050"/>
            <a:ext cx="3273600" cy="23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0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5_1">
    <p:spTree>
      <p:nvGrpSpPr>
        <p:cNvPr id="480" name="Shape 480"/>
        <p:cNvGrpSpPr/>
        <p:nvPr/>
      </p:nvGrpSpPr>
      <p:grpSpPr>
        <a:xfrm>
          <a:off x="0" y="0"/>
          <a:ext cx="0" cy="0"/>
          <a:chOff x="0" y="0"/>
          <a:chExt cx="0" cy="0"/>
        </a:xfrm>
      </p:grpSpPr>
      <p:sp>
        <p:nvSpPr>
          <p:cNvPr id="481" name="Google Shape;481;p88"/>
          <p:cNvSpPr txBox="1"/>
          <p:nvPr>
            <p:ph idx="1" type="subTitle"/>
          </p:nvPr>
        </p:nvSpPr>
        <p:spPr>
          <a:xfrm>
            <a:off x="1098925" y="531350"/>
            <a:ext cx="3273600" cy="1235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800"/>
              <a:buFont typeface="Montserrat ExtraBold"/>
              <a:buNone/>
              <a:defRPr>
                <a:latin typeface="Montserrat ExtraBold"/>
                <a:ea typeface="Montserrat ExtraBold"/>
                <a:cs typeface="Montserrat ExtraBold"/>
                <a:sym typeface="Montserrat ExtraBold"/>
              </a:defRPr>
            </a:lvl1pPr>
            <a:lvl2pPr lvl="1"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2pPr>
            <a:lvl3pPr lvl="2"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3pPr>
            <a:lvl4pPr lvl="3"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4pPr>
            <a:lvl5pPr lvl="4"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5pPr>
            <a:lvl6pPr lvl="5"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6pPr>
            <a:lvl7pPr lvl="6"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7pPr>
            <a:lvl8pPr lvl="7"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8pPr>
            <a:lvl9pPr lvl="8" algn="ctr">
              <a:lnSpc>
                <a:spcPct val="100000"/>
              </a:lnSpc>
              <a:spcBef>
                <a:spcPts val="0"/>
              </a:spcBef>
              <a:spcAft>
                <a:spcPts val="0"/>
              </a:spcAft>
              <a:buSzPts val="2100"/>
              <a:buFont typeface="Montserrat SemiBold"/>
              <a:buNone/>
              <a:defRPr sz="2100">
                <a:latin typeface="Montserrat SemiBold"/>
                <a:ea typeface="Montserrat SemiBold"/>
                <a:cs typeface="Montserrat SemiBold"/>
                <a:sym typeface="Montserrat SemiBold"/>
              </a:defRPr>
            </a:lvl9pPr>
          </a:lstStyle>
          <a:p/>
        </p:txBody>
      </p:sp>
      <p:sp>
        <p:nvSpPr>
          <p:cNvPr id="482" name="Google Shape;482;p88"/>
          <p:cNvSpPr txBox="1"/>
          <p:nvPr>
            <p:ph type="title"/>
          </p:nvPr>
        </p:nvSpPr>
        <p:spPr>
          <a:xfrm>
            <a:off x="3229175" y="378225"/>
            <a:ext cx="5142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483" name="Google Shape;483;p88"/>
          <p:cNvSpPr txBox="1"/>
          <p:nvPr>
            <p:ph idx="2" type="subTitle"/>
          </p:nvPr>
        </p:nvSpPr>
        <p:spPr>
          <a:xfrm>
            <a:off x="1098925" y="1971825"/>
            <a:ext cx="3273600" cy="2324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0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
    <p:spTree>
      <p:nvGrpSpPr>
        <p:cNvPr id="484" name="Shape 484"/>
        <p:cNvGrpSpPr/>
        <p:nvPr/>
      </p:nvGrpSpPr>
      <p:grpSpPr>
        <a:xfrm>
          <a:off x="0" y="0"/>
          <a:ext cx="0" cy="0"/>
          <a:chOff x="0" y="0"/>
          <a:chExt cx="0" cy="0"/>
        </a:xfrm>
      </p:grpSpPr>
      <p:sp>
        <p:nvSpPr>
          <p:cNvPr id="485" name="Google Shape;485;p89"/>
          <p:cNvSpPr txBox="1"/>
          <p:nvPr>
            <p:ph type="title"/>
          </p:nvPr>
        </p:nvSpPr>
        <p:spPr>
          <a:xfrm>
            <a:off x="4734000" y="378225"/>
            <a:ext cx="36372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486" name="Google Shape;486;p89"/>
          <p:cNvSpPr txBox="1"/>
          <p:nvPr>
            <p:ph idx="1" type="subTitle"/>
          </p:nvPr>
        </p:nvSpPr>
        <p:spPr>
          <a:xfrm>
            <a:off x="4962600" y="1726500"/>
            <a:ext cx="3637200" cy="2116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400"/>
            </a:lvl1pPr>
            <a:lvl2pPr lvl="1" algn="ctr">
              <a:lnSpc>
                <a:spcPct val="100000"/>
              </a:lnSpc>
              <a:spcBef>
                <a:spcPts val="16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pic>
        <p:nvPicPr>
          <p:cNvPr id="487" name="Google Shape;487;p89"/>
          <p:cNvPicPr preferRelativeResize="0"/>
          <p:nvPr/>
        </p:nvPicPr>
        <p:blipFill>
          <a:blip r:embed="rId2">
            <a:alphaModFix/>
          </a:blip>
          <a:stretch>
            <a:fillRect/>
          </a:stretch>
        </p:blipFill>
        <p:spPr>
          <a:xfrm rot="10800000">
            <a:off x="442601" y="0"/>
            <a:ext cx="1488450" cy="3063002"/>
          </a:xfrm>
          <a:prstGeom prst="rect">
            <a:avLst/>
          </a:prstGeom>
          <a:noFill/>
          <a:ln>
            <a:noFill/>
          </a:ln>
        </p:spPr>
      </p:pic>
      <p:pic>
        <p:nvPicPr>
          <p:cNvPr id="488" name="Google Shape;488;p89"/>
          <p:cNvPicPr preferRelativeResize="0"/>
          <p:nvPr/>
        </p:nvPicPr>
        <p:blipFill>
          <a:blip r:embed="rId2">
            <a:alphaModFix/>
          </a:blip>
          <a:stretch>
            <a:fillRect/>
          </a:stretch>
        </p:blipFill>
        <p:spPr>
          <a:xfrm>
            <a:off x="8354100" y="2892100"/>
            <a:ext cx="1488450" cy="3063002"/>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7">
    <p:spTree>
      <p:nvGrpSpPr>
        <p:cNvPr id="489" name="Shape 489"/>
        <p:cNvGrpSpPr/>
        <p:nvPr/>
      </p:nvGrpSpPr>
      <p:grpSpPr>
        <a:xfrm>
          <a:off x="0" y="0"/>
          <a:ext cx="0" cy="0"/>
          <a:chOff x="0" y="0"/>
          <a:chExt cx="0" cy="0"/>
        </a:xfrm>
      </p:grpSpPr>
      <p:pic>
        <p:nvPicPr>
          <p:cNvPr id="490" name="Google Shape;490;p90"/>
          <p:cNvPicPr preferRelativeResize="0"/>
          <p:nvPr/>
        </p:nvPicPr>
        <p:blipFill>
          <a:blip r:embed="rId2">
            <a:alphaModFix/>
          </a:blip>
          <a:stretch>
            <a:fillRect/>
          </a:stretch>
        </p:blipFill>
        <p:spPr>
          <a:xfrm rot="5399995">
            <a:off x="-2368482" y="1910826"/>
            <a:ext cx="6751897" cy="2241876"/>
          </a:xfrm>
          <a:prstGeom prst="rect">
            <a:avLst/>
          </a:prstGeom>
          <a:noFill/>
          <a:ln>
            <a:noFill/>
          </a:ln>
        </p:spPr>
      </p:pic>
      <p:sp>
        <p:nvSpPr>
          <p:cNvPr id="491" name="Google Shape;491;p90"/>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492" name="Google Shape;492;p90"/>
          <p:cNvSpPr txBox="1"/>
          <p:nvPr>
            <p:ph idx="1" type="subTitle"/>
          </p:nvPr>
        </p:nvSpPr>
        <p:spPr>
          <a:xfrm>
            <a:off x="1976000" y="2684865"/>
            <a:ext cx="2241900" cy="1925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9">
    <p:spTree>
      <p:nvGrpSpPr>
        <p:cNvPr id="493" name="Shape 493"/>
        <p:cNvGrpSpPr/>
        <p:nvPr/>
      </p:nvGrpSpPr>
      <p:grpSpPr>
        <a:xfrm>
          <a:off x="0" y="0"/>
          <a:ext cx="0" cy="0"/>
          <a:chOff x="0" y="0"/>
          <a:chExt cx="0" cy="0"/>
        </a:xfrm>
      </p:grpSpPr>
      <p:sp>
        <p:nvSpPr>
          <p:cNvPr id="494" name="Google Shape;494;p91"/>
          <p:cNvSpPr txBox="1"/>
          <p:nvPr>
            <p:ph type="title"/>
          </p:nvPr>
        </p:nvSpPr>
        <p:spPr>
          <a:xfrm>
            <a:off x="5284303" y="3314360"/>
            <a:ext cx="3069900" cy="4653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1800"/>
              <a:buNone/>
              <a:defRPr sz="2000">
                <a:solidFill>
                  <a:schemeClr val="accent2"/>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95" name="Google Shape;495;p91"/>
          <p:cNvSpPr txBox="1"/>
          <p:nvPr>
            <p:ph idx="1" type="subTitle"/>
          </p:nvPr>
        </p:nvSpPr>
        <p:spPr>
          <a:xfrm>
            <a:off x="2702800" y="1363838"/>
            <a:ext cx="5651100" cy="1853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496" name="Google Shape;496;p91"/>
          <p:cNvPicPr preferRelativeResize="0"/>
          <p:nvPr/>
        </p:nvPicPr>
        <p:blipFill>
          <a:blip r:embed="rId2">
            <a:alphaModFix/>
          </a:blip>
          <a:stretch>
            <a:fillRect/>
          </a:stretch>
        </p:blipFill>
        <p:spPr>
          <a:xfrm rot="-5400000">
            <a:off x="-1874003" y="1459629"/>
            <a:ext cx="6272302" cy="1747924"/>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9_1">
    <p:spTree>
      <p:nvGrpSpPr>
        <p:cNvPr id="497" name="Shape 497"/>
        <p:cNvGrpSpPr/>
        <p:nvPr/>
      </p:nvGrpSpPr>
      <p:grpSpPr>
        <a:xfrm>
          <a:off x="0" y="0"/>
          <a:ext cx="0" cy="0"/>
          <a:chOff x="0" y="0"/>
          <a:chExt cx="0" cy="0"/>
        </a:xfrm>
      </p:grpSpPr>
      <p:sp>
        <p:nvSpPr>
          <p:cNvPr id="498" name="Google Shape;498;p92"/>
          <p:cNvSpPr txBox="1"/>
          <p:nvPr>
            <p:ph idx="1" type="subTitle"/>
          </p:nvPr>
        </p:nvSpPr>
        <p:spPr>
          <a:xfrm>
            <a:off x="789900" y="3390968"/>
            <a:ext cx="7563900" cy="9807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5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9" name="Google Shape;499;p92"/>
          <p:cNvSpPr txBox="1"/>
          <p:nvPr>
            <p:ph type="title"/>
          </p:nvPr>
        </p:nvSpPr>
        <p:spPr>
          <a:xfrm>
            <a:off x="2400850" y="378225"/>
            <a:ext cx="59703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00" name="Google Shape;500;p92"/>
          <p:cNvSpPr txBox="1"/>
          <p:nvPr>
            <p:ph idx="2" type="title"/>
          </p:nvPr>
        </p:nvSpPr>
        <p:spPr>
          <a:xfrm>
            <a:off x="2400850" y="4295468"/>
            <a:ext cx="5970300" cy="401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Char char="-"/>
              <a:defRPr sz="1600"/>
            </a:lvl1pPr>
            <a:lvl2pPr lvl="1" algn="r">
              <a:spcBef>
                <a:spcPts val="0"/>
              </a:spcBef>
              <a:spcAft>
                <a:spcPts val="0"/>
              </a:spcAft>
              <a:buSzPts val="2100"/>
              <a:buChar char="-"/>
              <a:defRPr sz="2100"/>
            </a:lvl2pPr>
            <a:lvl3pPr lvl="2" algn="r">
              <a:spcBef>
                <a:spcPts val="0"/>
              </a:spcBef>
              <a:spcAft>
                <a:spcPts val="0"/>
              </a:spcAft>
              <a:buSzPts val="2100"/>
              <a:buChar char="-"/>
              <a:defRPr sz="2100"/>
            </a:lvl3pPr>
            <a:lvl4pPr lvl="3" algn="r">
              <a:spcBef>
                <a:spcPts val="0"/>
              </a:spcBef>
              <a:spcAft>
                <a:spcPts val="0"/>
              </a:spcAft>
              <a:buSzPts val="2100"/>
              <a:buChar char="-"/>
              <a:defRPr sz="2100"/>
            </a:lvl4pPr>
            <a:lvl5pPr lvl="4" algn="r">
              <a:spcBef>
                <a:spcPts val="0"/>
              </a:spcBef>
              <a:spcAft>
                <a:spcPts val="0"/>
              </a:spcAft>
              <a:buSzPts val="2100"/>
              <a:buChar char="-"/>
              <a:defRPr sz="2100"/>
            </a:lvl5pPr>
            <a:lvl6pPr lvl="5" algn="r">
              <a:spcBef>
                <a:spcPts val="0"/>
              </a:spcBef>
              <a:spcAft>
                <a:spcPts val="0"/>
              </a:spcAft>
              <a:buSzPts val="2100"/>
              <a:buChar char="-"/>
              <a:defRPr sz="2100"/>
            </a:lvl6pPr>
            <a:lvl7pPr lvl="6" algn="r">
              <a:spcBef>
                <a:spcPts val="0"/>
              </a:spcBef>
              <a:spcAft>
                <a:spcPts val="0"/>
              </a:spcAft>
              <a:buSzPts val="2100"/>
              <a:buChar char="-"/>
              <a:defRPr sz="2100"/>
            </a:lvl7pPr>
            <a:lvl8pPr lvl="7" algn="r">
              <a:spcBef>
                <a:spcPts val="0"/>
              </a:spcBef>
              <a:spcAft>
                <a:spcPts val="0"/>
              </a:spcAft>
              <a:buSzPts val="2100"/>
              <a:buChar char="-"/>
              <a:defRPr sz="2100"/>
            </a:lvl8pPr>
            <a:lvl9pPr lvl="8" algn="r">
              <a:spcBef>
                <a:spcPts val="0"/>
              </a:spcBef>
              <a:spcAft>
                <a:spcPts val="0"/>
              </a:spcAft>
              <a:buSzPts val="2100"/>
              <a:buChar char="-"/>
              <a:defRPr sz="2100"/>
            </a:lvl9pPr>
          </a:lstStyle>
          <a:p/>
        </p:txBody>
      </p:sp>
      <p:pic>
        <p:nvPicPr>
          <p:cNvPr id="501" name="Google Shape;501;p92"/>
          <p:cNvPicPr preferRelativeResize="0"/>
          <p:nvPr/>
        </p:nvPicPr>
        <p:blipFill>
          <a:blip r:embed="rId2">
            <a:alphaModFix/>
          </a:blip>
          <a:stretch>
            <a:fillRect/>
          </a:stretch>
        </p:blipFill>
        <p:spPr>
          <a:xfrm rot="5400000">
            <a:off x="446400" y="-75899"/>
            <a:ext cx="1878876" cy="3148474"/>
          </a:xfrm>
          <a:prstGeom prst="rect">
            <a:avLst/>
          </a:prstGeom>
          <a:noFill/>
          <a:ln>
            <a:noFill/>
          </a:ln>
        </p:spPr>
      </p:pic>
      <p:pic>
        <p:nvPicPr>
          <p:cNvPr id="502" name="Google Shape;502;p92"/>
          <p:cNvPicPr preferRelativeResize="0"/>
          <p:nvPr/>
        </p:nvPicPr>
        <p:blipFill>
          <a:blip r:embed="rId3">
            <a:alphaModFix/>
          </a:blip>
          <a:stretch>
            <a:fillRect/>
          </a:stretch>
        </p:blipFill>
        <p:spPr>
          <a:xfrm flipH="1" rot="-5400000">
            <a:off x="6993624" y="175926"/>
            <a:ext cx="1519775" cy="3127473"/>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0">
    <p:spTree>
      <p:nvGrpSpPr>
        <p:cNvPr id="503" name="Shape 503"/>
        <p:cNvGrpSpPr/>
        <p:nvPr/>
      </p:nvGrpSpPr>
      <p:grpSpPr>
        <a:xfrm>
          <a:off x="0" y="0"/>
          <a:ext cx="0" cy="0"/>
          <a:chOff x="0" y="0"/>
          <a:chExt cx="0" cy="0"/>
        </a:xfrm>
      </p:grpSpPr>
      <p:pic>
        <p:nvPicPr>
          <p:cNvPr id="504" name="Google Shape;504;p93"/>
          <p:cNvPicPr preferRelativeResize="0"/>
          <p:nvPr/>
        </p:nvPicPr>
        <p:blipFill>
          <a:blip r:embed="rId2">
            <a:alphaModFix amt="50000"/>
          </a:blip>
          <a:stretch>
            <a:fillRect/>
          </a:stretch>
        </p:blipFill>
        <p:spPr>
          <a:xfrm>
            <a:off x="-3192424" y="1047350"/>
            <a:ext cx="12336426" cy="4096149"/>
          </a:xfrm>
          <a:prstGeom prst="rect">
            <a:avLst/>
          </a:prstGeom>
          <a:noFill/>
          <a:ln>
            <a:noFill/>
          </a:ln>
        </p:spPr>
      </p:pic>
      <p:sp>
        <p:nvSpPr>
          <p:cNvPr id="505" name="Google Shape;505;p93"/>
          <p:cNvSpPr txBox="1"/>
          <p:nvPr>
            <p:ph type="title"/>
          </p:nvPr>
        </p:nvSpPr>
        <p:spPr>
          <a:xfrm>
            <a:off x="5033100" y="1498000"/>
            <a:ext cx="3168600" cy="534300"/>
          </a:xfrm>
          <a:prstGeom prst="rect">
            <a:avLst/>
          </a:prstGeom>
        </p:spPr>
        <p:txBody>
          <a:bodyPr anchorCtr="0" anchor="b" bIns="91425" lIns="91425" spcFirstLastPara="1" rIns="91425" wrap="square" tIns="91425">
            <a:noAutofit/>
          </a:bodyPr>
          <a:lstStyle>
            <a:lvl1pPr lvl="0">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506" name="Google Shape;506;p93"/>
          <p:cNvSpPr txBox="1"/>
          <p:nvPr>
            <p:ph idx="1" type="subTitle"/>
          </p:nvPr>
        </p:nvSpPr>
        <p:spPr>
          <a:xfrm>
            <a:off x="5033100" y="2110500"/>
            <a:ext cx="3168600" cy="1561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solidFill>
                  <a:schemeClr val="lt1"/>
                </a:solidFill>
              </a:defRPr>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0_1">
    <p:spTree>
      <p:nvGrpSpPr>
        <p:cNvPr id="507" name="Shape 507"/>
        <p:cNvGrpSpPr/>
        <p:nvPr/>
      </p:nvGrpSpPr>
      <p:grpSpPr>
        <a:xfrm>
          <a:off x="0" y="0"/>
          <a:ext cx="0" cy="0"/>
          <a:chOff x="0" y="0"/>
          <a:chExt cx="0" cy="0"/>
        </a:xfrm>
      </p:grpSpPr>
      <p:pic>
        <p:nvPicPr>
          <p:cNvPr id="508" name="Google Shape;508;p94"/>
          <p:cNvPicPr preferRelativeResize="0"/>
          <p:nvPr/>
        </p:nvPicPr>
        <p:blipFill>
          <a:blip r:embed="rId2">
            <a:alphaModFix amt="50000"/>
          </a:blip>
          <a:stretch>
            <a:fillRect/>
          </a:stretch>
        </p:blipFill>
        <p:spPr>
          <a:xfrm rot="10800000">
            <a:off x="-3192424" y="0"/>
            <a:ext cx="12336426" cy="4096149"/>
          </a:xfrm>
          <a:prstGeom prst="rect">
            <a:avLst/>
          </a:prstGeom>
          <a:noFill/>
          <a:ln>
            <a:noFill/>
          </a:ln>
        </p:spPr>
      </p:pic>
      <p:sp>
        <p:nvSpPr>
          <p:cNvPr id="509" name="Google Shape;509;p94"/>
          <p:cNvSpPr txBox="1"/>
          <p:nvPr>
            <p:ph type="title"/>
          </p:nvPr>
        </p:nvSpPr>
        <p:spPr>
          <a:xfrm>
            <a:off x="942300" y="1498000"/>
            <a:ext cx="3168600" cy="534300"/>
          </a:xfrm>
          <a:prstGeom prst="rect">
            <a:avLst/>
          </a:prstGeom>
        </p:spPr>
        <p:txBody>
          <a:bodyPr anchorCtr="0" anchor="b" bIns="91425" lIns="91425" spcFirstLastPara="1" rIns="91425" wrap="square" tIns="91425">
            <a:noAutofit/>
          </a:bodyPr>
          <a:lstStyle>
            <a:lvl1pPr lvl="0">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510" name="Google Shape;510;p94"/>
          <p:cNvSpPr txBox="1"/>
          <p:nvPr>
            <p:ph idx="1" type="subTitle"/>
          </p:nvPr>
        </p:nvSpPr>
        <p:spPr>
          <a:xfrm>
            <a:off x="942300" y="2110500"/>
            <a:ext cx="3168600" cy="1561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solidFill>
                  <a:schemeClr val="lt1"/>
                </a:solidFill>
              </a:defRPr>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BODY_1_1">
    <p:spTree>
      <p:nvGrpSpPr>
        <p:cNvPr id="511" name="Shape 511"/>
        <p:cNvGrpSpPr/>
        <p:nvPr/>
      </p:nvGrpSpPr>
      <p:grpSpPr>
        <a:xfrm>
          <a:off x="0" y="0"/>
          <a:ext cx="0" cy="0"/>
          <a:chOff x="0" y="0"/>
          <a:chExt cx="0" cy="0"/>
        </a:xfrm>
      </p:grpSpPr>
      <p:pic>
        <p:nvPicPr>
          <p:cNvPr id="512" name="Google Shape;512;p95"/>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513" name="Google Shape;513;p95"/>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14" name="Google Shape;514;p95"/>
          <p:cNvSpPr txBox="1"/>
          <p:nvPr>
            <p:ph idx="2" type="title"/>
          </p:nvPr>
        </p:nvSpPr>
        <p:spPr>
          <a:xfrm>
            <a:off x="905723"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15" name="Google Shape;515;p95"/>
          <p:cNvSpPr txBox="1"/>
          <p:nvPr>
            <p:ph idx="1" type="subTitle"/>
          </p:nvPr>
        </p:nvSpPr>
        <p:spPr>
          <a:xfrm>
            <a:off x="905713"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6" name="Google Shape;516;p95"/>
          <p:cNvSpPr txBox="1"/>
          <p:nvPr>
            <p:ph idx="3" type="title"/>
          </p:nvPr>
        </p:nvSpPr>
        <p:spPr>
          <a:xfrm>
            <a:off x="2817510"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17" name="Google Shape;517;p95"/>
          <p:cNvSpPr txBox="1"/>
          <p:nvPr>
            <p:ph idx="4" type="subTitle"/>
          </p:nvPr>
        </p:nvSpPr>
        <p:spPr>
          <a:xfrm>
            <a:off x="2817500"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8" name="Google Shape;518;p95"/>
          <p:cNvSpPr txBox="1"/>
          <p:nvPr>
            <p:ph idx="5" type="title"/>
          </p:nvPr>
        </p:nvSpPr>
        <p:spPr>
          <a:xfrm>
            <a:off x="4729288"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19" name="Google Shape;519;p95"/>
          <p:cNvSpPr txBox="1"/>
          <p:nvPr>
            <p:ph idx="6" type="subTitle"/>
          </p:nvPr>
        </p:nvSpPr>
        <p:spPr>
          <a:xfrm>
            <a:off x="4729278"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0" name="Google Shape;520;p95"/>
          <p:cNvSpPr txBox="1"/>
          <p:nvPr>
            <p:ph idx="7" type="title"/>
          </p:nvPr>
        </p:nvSpPr>
        <p:spPr>
          <a:xfrm>
            <a:off x="6641075" y="3146925"/>
            <a:ext cx="1597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21" name="Google Shape;521;p95"/>
          <p:cNvSpPr txBox="1"/>
          <p:nvPr>
            <p:ph idx="8" type="subTitle"/>
          </p:nvPr>
        </p:nvSpPr>
        <p:spPr>
          <a:xfrm>
            <a:off x="6641065" y="3520075"/>
            <a:ext cx="15972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_AND_BODY_1_1_1">
    <p:spTree>
      <p:nvGrpSpPr>
        <p:cNvPr id="522" name="Shape 522"/>
        <p:cNvGrpSpPr/>
        <p:nvPr/>
      </p:nvGrpSpPr>
      <p:grpSpPr>
        <a:xfrm>
          <a:off x="0" y="0"/>
          <a:ext cx="0" cy="0"/>
          <a:chOff x="0" y="0"/>
          <a:chExt cx="0" cy="0"/>
        </a:xfrm>
      </p:grpSpPr>
      <p:sp>
        <p:nvSpPr>
          <p:cNvPr id="523" name="Google Shape;523;p96"/>
          <p:cNvSpPr txBox="1"/>
          <p:nvPr>
            <p:ph type="title"/>
          </p:nvPr>
        </p:nvSpPr>
        <p:spPr>
          <a:xfrm>
            <a:off x="3262325" y="378225"/>
            <a:ext cx="51087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24" name="Google Shape;524;p96"/>
          <p:cNvSpPr txBox="1"/>
          <p:nvPr>
            <p:ph idx="2" type="title"/>
          </p:nvPr>
        </p:nvSpPr>
        <p:spPr>
          <a:xfrm>
            <a:off x="789993" y="1505122"/>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25" name="Google Shape;525;p96"/>
          <p:cNvSpPr txBox="1"/>
          <p:nvPr>
            <p:ph idx="1" type="subTitle"/>
          </p:nvPr>
        </p:nvSpPr>
        <p:spPr>
          <a:xfrm>
            <a:off x="789963" y="1878272"/>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6" name="Google Shape;526;p96"/>
          <p:cNvSpPr txBox="1"/>
          <p:nvPr>
            <p:ph idx="3" type="title"/>
          </p:nvPr>
        </p:nvSpPr>
        <p:spPr>
          <a:xfrm>
            <a:off x="790019" y="3313673"/>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lt1"/>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27" name="Google Shape;527;p96"/>
          <p:cNvSpPr txBox="1"/>
          <p:nvPr>
            <p:ph idx="4" type="subTitle"/>
          </p:nvPr>
        </p:nvSpPr>
        <p:spPr>
          <a:xfrm>
            <a:off x="790006" y="3686823"/>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8" name="Google Shape;528;p96"/>
          <p:cNvSpPr txBox="1"/>
          <p:nvPr>
            <p:ph idx="5" type="title"/>
          </p:nvPr>
        </p:nvSpPr>
        <p:spPr>
          <a:xfrm>
            <a:off x="4874377" y="3313673"/>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l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29" name="Google Shape;529;p96"/>
          <p:cNvSpPr txBox="1"/>
          <p:nvPr>
            <p:ph idx="6" type="subTitle"/>
          </p:nvPr>
        </p:nvSpPr>
        <p:spPr>
          <a:xfrm>
            <a:off x="4874359" y="3686823"/>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0" name="Google Shape;530;p96"/>
          <p:cNvSpPr txBox="1"/>
          <p:nvPr>
            <p:ph idx="7" type="title"/>
          </p:nvPr>
        </p:nvSpPr>
        <p:spPr>
          <a:xfrm>
            <a:off x="4874402" y="1505122"/>
            <a:ext cx="34797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6BAD6"/>
              </a:buClr>
              <a:buSzPts val="1600"/>
              <a:buNone/>
              <a:defRPr sz="1600">
                <a:solidFill>
                  <a:schemeClr val="accent3"/>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31" name="Google Shape;531;p96"/>
          <p:cNvSpPr txBox="1"/>
          <p:nvPr>
            <p:ph idx="8" type="subTitle"/>
          </p:nvPr>
        </p:nvSpPr>
        <p:spPr>
          <a:xfrm>
            <a:off x="4874375" y="1878272"/>
            <a:ext cx="3479700" cy="44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532" name="Google Shape;532;p96"/>
          <p:cNvPicPr preferRelativeResize="0"/>
          <p:nvPr/>
        </p:nvPicPr>
        <p:blipFill>
          <a:blip r:embed="rId2">
            <a:alphaModFix/>
          </a:blip>
          <a:stretch>
            <a:fillRect/>
          </a:stretch>
        </p:blipFill>
        <p:spPr>
          <a:xfrm flipH="1" rot="10800000">
            <a:off x="-756675" y="-129950"/>
            <a:ext cx="3912276" cy="1377725"/>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_2">
    <p:spTree>
      <p:nvGrpSpPr>
        <p:cNvPr id="533" name="Shape 533"/>
        <p:cNvGrpSpPr/>
        <p:nvPr/>
      </p:nvGrpSpPr>
      <p:grpSpPr>
        <a:xfrm>
          <a:off x="0" y="0"/>
          <a:ext cx="0" cy="0"/>
          <a:chOff x="0" y="0"/>
          <a:chExt cx="0" cy="0"/>
        </a:xfrm>
      </p:grpSpPr>
      <p:pic>
        <p:nvPicPr>
          <p:cNvPr id="534" name="Google Shape;534;p97"/>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535" name="Google Shape;535;p97"/>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36" name="Google Shape;536;p97"/>
          <p:cNvSpPr txBox="1"/>
          <p:nvPr>
            <p:ph idx="2" type="title"/>
          </p:nvPr>
        </p:nvSpPr>
        <p:spPr>
          <a:xfrm>
            <a:off x="1426194" y="2418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37" name="Google Shape;537;p97"/>
          <p:cNvSpPr txBox="1"/>
          <p:nvPr>
            <p:ph idx="1" type="subTitle"/>
          </p:nvPr>
        </p:nvSpPr>
        <p:spPr>
          <a:xfrm>
            <a:off x="1426175" y="2791400"/>
            <a:ext cx="2428200" cy="143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8" name="Google Shape;538;p97"/>
          <p:cNvSpPr txBox="1"/>
          <p:nvPr>
            <p:ph idx="3" type="title"/>
          </p:nvPr>
        </p:nvSpPr>
        <p:spPr>
          <a:xfrm>
            <a:off x="5289622" y="2418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Font typeface="Montserrat Alternates ExtraBold"/>
              <a:buNone/>
              <a:defRPr sz="1600">
                <a:solidFill>
                  <a:schemeClr val="accent2"/>
                </a:solidFill>
                <a:latin typeface="Montserrat Alternates ExtraBold"/>
                <a:ea typeface="Montserrat Alternates ExtraBold"/>
                <a:cs typeface="Montserrat Alternates ExtraBold"/>
                <a:sym typeface="Montserrat Alternates ExtraBold"/>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39" name="Google Shape;539;p97"/>
          <p:cNvSpPr txBox="1"/>
          <p:nvPr>
            <p:ph idx="4" type="subTitle"/>
          </p:nvPr>
        </p:nvSpPr>
        <p:spPr>
          <a:xfrm>
            <a:off x="5289601" y="2791400"/>
            <a:ext cx="2428200" cy="143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Montserrat Alternates Light"/>
              <a:buNone/>
              <a:defRPr sz="1400">
                <a:latin typeface="Montserrat Alternates Light"/>
                <a:ea typeface="Montserrat Alternates Light"/>
                <a:cs typeface="Montserrat Alternates Light"/>
                <a:sym typeface="Montserrat Alternates Light"/>
              </a:defRPr>
            </a:lvl1pPr>
            <a:lvl2pPr lvl="1"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2pPr>
            <a:lvl3pPr lvl="2"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3pPr>
            <a:lvl4pPr lvl="3"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4pPr>
            <a:lvl5pPr lvl="4"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5pPr>
            <a:lvl6pPr lvl="5"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6pPr>
            <a:lvl7pPr lvl="6"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7pPr>
            <a:lvl8pPr lvl="7"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8pPr>
            <a:lvl9pPr lvl="8"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BODY_1_2_1">
    <p:spTree>
      <p:nvGrpSpPr>
        <p:cNvPr id="540" name="Shape 540"/>
        <p:cNvGrpSpPr/>
        <p:nvPr/>
      </p:nvGrpSpPr>
      <p:grpSpPr>
        <a:xfrm>
          <a:off x="0" y="0"/>
          <a:ext cx="0" cy="0"/>
          <a:chOff x="0" y="0"/>
          <a:chExt cx="0" cy="0"/>
        </a:xfrm>
      </p:grpSpPr>
      <p:pic>
        <p:nvPicPr>
          <p:cNvPr id="541" name="Google Shape;541;p98"/>
          <p:cNvPicPr preferRelativeResize="0"/>
          <p:nvPr/>
        </p:nvPicPr>
        <p:blipFill>
          <a:blip r:embed="rId2">
            <a:alphaModFix/>
          </a:blip>
          <a:stretch>
            <a:fillRect/>
          </a:stretch>
        </p:blipFill>
        <p:spPr>
          <a:xfrm rot="-5400000">
            <a:off x="1997451" y="858725"/>
            <a:ext cx="5921949" cy="2780201"/>
          </a:xfrm>
          <a:prstGeom prst="rect">
            <a:avLst/>
          </a:prstGeom>
          <a:noFill/>
          <a:ln>
            <a:noFill/>
          </a:ln>
        </p:spPr>
      </p:pic>
      <p:sp>
        <p:nvSpPr>
          <p:cNvPr id="542" name="Google Shape;542;p98"/>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43" name="Google Shape;543;p98"/>
          <p:cNvSpPr txBox="1"/>
          <p:nvPr>
            <p:ph idx="2" type="title"/>
          </p:nvPr>
        </p:nvSpPr>
        <p:spPr>
          <a:xfrm>
            <a:off x="866631" y="3601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44" name="Google Shape;544;p98"/>
          <p:cNvSpPr txBox="1"/>
          <p:nvPr>
            <p:ph idx="1" type="subTitle"/>
          </p:nvPr>
        </p:nvSpPr>
        <p:spPr>
          <a:xfrm>
            <a:off x="866625" y="3974400"/>
            <a:ext cx="2428200" cy="61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45" name="Google Shape;545;p98"/>
          <p:cNvSpPr txBox="1"/>
          <p:nvPr>
            <p:ph idx="3" type="title"/>
          </p:nvPr>
        </p:nvSpPr>
        <p:spPr>
          <a:xfrm>
            <a:off x="5849210" y="3601250"/>
            <a:ext cx="24282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Font typeface="Montserrat Alternates ExtraBold"/>
              <a:buNone/>
              <a:defRPr sz="1600">
                <a:solidFill>
                  <a:schemeClr val="accent2"/>
                </a:solidFill>
                <a:latin typeface="Montserrat Alternates ExtraBold"/>
                <a:ea typeface="Montserrat Alternates ExtraBold"/>
                <a:cs typeface="Montserrat Alternates ExtraBold"/>
                <a:sym typeface="Montserrat Alternates ExtraBold"/>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46" name="Google Shape;546;p98"/>
          <p:cNvSpPr txBox="1"/>
          <p:nvPr>
            <p:ph idx="4" type="subTitle"/>
          </p:nvPr>
        </p:nvSpPr>
        <p:spPr>
          <a:xfrm>
            <a:off x="5849200" y="3974400"/>
            <a:ext cx="2428200" cy="61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Montserrat Alternates Light"/>
              <a:buNone/>
              <a:defRPr sz="1400">
                <a:solidFill>
                  <a:schemeClr val="lt1"/>
                </a:solidFill>
              </a:defRPr>
            </a:lvl1pPr>
            <a:lvl2pPr lvl="1"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2pPr>
            <a:lvl3pPr lvl="2"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3pPr>
            <a:lvl4pPr lvl="3"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4pPr>
            <a:lvl5pPr lvl="4"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5pPr>
            <a:lvl6pPr lvl="5"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6pPr>
            <a:lvl7pPr lvl="6"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7pPr>
            <a:lvl8pPr lvl="7"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8pPr>
            <a:lvl9pPr lvl="8" algn="ctr">
              <a:lnSpc>
                <a:spcPct val="100000"/>
              </a:lnSpc>
              <a:spcBef>
                <a:spcPts val="0"/>
              </a:spcBef>
              <a:spcAft>
                <a:spcPts val="0"/>
              </a:spcAft>
              <a:buSzPts val="2100"/>
              <a:buFont typeface="Montserrat Alternates Light"/>
              <a:buNone/>
              <a:defRPr sz="2100">
                <a:latin typeface="Montserrat Alternates Light"/>
                <a:ea typeface="Montserrat Alternates Light"/>
                <a:cs typeface="Montserrat Alternates Light"/>
                <a:sym typeface="Montserrat Alternates Light"/>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BODY_1_2_2_1">
    <p:spTree>
      <p:nvGrpSpPr>
        <p:cNvPr id="547" name="Shape 547"/>
        <p:cNvGrpSpPr/>
        <p:nvPr/>
      </p:nvGrpSpPr>
      <p:grpSpPr>
        <a:xfrm>
          <a:off x="0" y="0"/>
          <a:ext cx="0" cy="0"/>
          <a:chOff x="0" y="0"/>
          <a:chExt cx="0" cy="0"/>
        </a:xfrm>
      </p:grpSpPr>
      <p:pic>
        <p:nvPicPr>
          <p:cNvPr id="548" name="Google Shape;548;p99"/>
          <p:cNvPicPr preferRelativeResize="0"/>
          <p:nvPr/>
        </p:nvPicPr>
        <p:blipFill>
          <a:blip r:embed="rId2">
            <a:alphaModFix/>
          </a:blip>
          <a:stretch>
            <a:fillRect/>
          </a:stretch>
        </p:blipFill>
        <p:spPr>
          <a:xfrm rot="-4">
            <a:off x="3" y="3019082"/>
            <a:ext cx="9533454" cy="3165459"/>
          </a:xfrm>
          <a:prstGeom prst="rect">
            <a:avLst/>
          </a:prstGeom>
          <a:noFill/>
          <a:ln>
            <a:noFill/>
          </a:ln>
        </p:spPr>
      </p:pic>
      <p:sp>
        <p:nvSpPr>
          <p:cNvPr id="549" name="Google Shape;549;p99"/>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50" name="Google Shape;550;p99"/>
          <p:cNvSpPr txBox="1"/>
          <p:nvPr>
            <p:ph idx="2" type="title"/>
          </p:nvPr>
        </p:nvSpPr>
        <p:spPr>
          <a:xfrm>
            <a:off x="1671086" y="1231700"/>
            <a:ext cx="2805900" cy="3819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r">
              <a:spcBef>
                <a:spcPts val="0"/>
              </a:spcBef>
              <a:spcAft>
                <a:spcPts val="0"/>
              </a:spcAft>
              <a:buClr>
                <a:schemeClr val="accent2"/>
              </a:buClr>
              <a:buSzPts val="4200"/>
              <a:buNone/>
              <a:defRPr sz="4200">
                <a:solidFill>
                  <a:schemeClr val="accent2"/>
                </a:solidFill>
              </a:defRPr>
            </a:lvl2pPr>
            <a:lvl3pPr lvl="2" algn="r">
              <a:spcBef>
                <a:spcPts val="0"/>
              </a:spcBef>
              <a:spcAft>
                <a:spcPts val="0"/>
              </a:spcAft>
              <a:buClr>
                <a:schemeClr val="accent2"/>
              </a:buClr>
              <a:buSzPts val="4200"/>
              <a:buNone/>
              <a:defRPr sz="4200">
                <a:solidFill>
                  <a:schemeClr val="accent2"/>
                </a:solidFill>
              </a:defRPr>
            </a:lvl3pPr>
            <a:lvl4pPr lvl="3" algn="r">
              <a:spcBef>
                <a:spcPts val="0"/>
              </a:spcBef>
              <a:spcAft>
                <a:spcPts val="0"/>
              </a:spcAft>
              <a:buClr>
                <a:schemeClr val="accent2"/>
              </a:buClr>
              <a:buSzPts val="4200"/>
              <a:buNone/>
              <a:defRPr sz="4200">
                <a:solidFill>
                  <a:schemeClr val="accent2"/>
                </a:solidFill>
              </a:defRPr>
            </a:lvl4pPr>
            <a:lvl5pPr lvl="4" algn="r">
              <a:spcBef>
                <a:spcPts val="0"/>
              </a:spcBef>
              <a:spcAft>
                <a:spcPts val="0"/>
              </a:spcAft>
              <a:buClr>
                <a:schemeClr val="accent2"/>
              </a:buClr>
              <a:buSzPts val="4200"/>
              <a:buNone/>
              <a:defRPr sz="4200">
                <a:solidFill>
                  <a:schemeClr val="accent2"/>
                </a:solidFill>
              </a:defRPr>
            </a:lvl5pPr>
            <a:lvl6pPr lvl="5" algn="r">
              <a:spcBef>
                <a:spcPts val="0"/>
              </a:spcBef>
              <a:spcAft>
                <a:spcPts val="0"/>
              </a:spcAft>
              <a:buClr>
                <a:schemeClr val="accent2"/>
              </a:buClr>
              <a:buSzPts val="4200"/>
              <a:buNone/>
              <a:defRPr sz="4200">
                <a:solidFill>
                  <a:schemeClr val="accent2"/>
                </a:solidFill>
              </a:defRPr>
            </a:lvl6pPr>
            <a:lvl7pPr lvl="6" algn="r">
              <a:spcBef>
                <a:spcPts val="0"/>
              </a:spcBef>
              <a:spcAft>
                <a:spcPts val="0"/>
              </a:spcAft>
              <a:buClr>
                <a:schemeClr val="accent2"/>
              </a:buClr>
              <a:buSzPts val="4200"/>
              <a:buNone/>
              <a:defRPr sz="4200">
                <a:solidFill>
                  <a:schemeClr val="accent2"/>
                </a:solidFill>
              </a:defRPr>
            </a:lvl7pPr>
            <a:lvl8pPr lvl="7" algn="r">
              <a:spcBef>
                <a:spcPts val="0"/>
              </a:spcBef>
              <a:spcAft>
                <a:spcPts val="0"/>
              </a:spcAft>
              <a:buClr>
                <a:schemeClr val="accent2"/>
              </a:buClr>
              <a:buSzPts val="4200"/>
              <a:buNone/>
              <a:defRPr sz="4200">
                <a:solidFill>
                  <a:schemeClr val="accent2"/>
                </a:solidFill>
              </a:defRPr>
            </a:lvl8pPr>
            <a:lvl9pPr lvl="8" algn="r">
              <a:spcBef>
                <a:spcPts val="0"/>
              </a:spcBef>
              <a:spcAft>
                <a:spcPts val="0"/>
              </a:spcAft>
              <a:buClr>
                <a:schemeClr val="accent2"/>
              </a:buClr>
              <a:buSzPts val="4200"/>
              <a:buNone/>
              <a:defRPr sz="4200">
                <a:solidFill>
                  <a:schemeClr val="accent2"/>
                </a:solidFill>
              </a:defRPr>
            </a:lvl9pPr>
          </a:lstStyle>
          <a:p/>
        </p:txBody>
      </p:sp>
      <p:sp>
        <p:nvSpPr>
          <p:cNvPr id="551" name="Google Shape;551;p99"/>
          <p:cNvSpPr txBox="1"/>
          <p:nvPr>
            <p:ph idx="1" type="subTitle"/>
          </p:nvPr>
        </p:nvSpPr>
        <p:spPr>
          <a:xfrm>
            <a:off x="1671064" y="1604850"/>
            <a:ext cx="2805900" cy="852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p:txBody>
      </p:sp>
      <p:sp>
        <p:nvSpPr>
          <p:cNvPr id="552" name="Google Shape;552;p99"/>
          <p:cNvSpPr txBox="1"/>
          <p:nvPr>
            <p:ph idx="3" type="title"/>
          </p:nvPr>
        </p:nvSpPr>
        <p:spPr>
          <a:xfrm>
            <a:off x="4667036" y="2547925"/>
            <a:ext cx="2805900" cy="3819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1600"/>
              <a:buNone/>
              <a:defRPr sz="1600">
                <a:solidFill>
                  <a:schemeClr val="accent2"/>
                </a:solidFill>
              </a:defRPr>
            </a:lvl1pPr>
            <a:lvl2pPr lvl="1">
              <a:spcBef>
                <a:spcPts val="0"/>
              </a:spcBef>
              <a:spcAft>
                <a:spcPts val="0"/>
              </a:spcAft>
              <a:buClr>
                <a:schemeClr val="accent2"/>
              </a:buClr>
              <a:buSzPts val="4200"/>
              <a:buNone/>
              <a:defRPr sz="4200">
                <a:solidFill>
                  <a:schemeClr val="accent2"/>
                </a:solidFill>
              </a:defRPr>
            </a:lvl2pPr>
            <a:lvl3pPr lvl="2">
              <a:spcBef>
                <a:spcPts val="0"/>
              </a:spcBef>
              <a:spcAft>
                <a:spcPts val="0"/>
              </a:spcAft>
              <a:buClr>
                <a:schemeClr val="accent2"/>
              </a:buClr>
              <a:buSzPts val="4200"/>
              <a:buNone/>
              <a:defRPr sz="4200">
                <a:solidFill>
                  <a:schemeClr val="accent2"/>
                </a:solidFill>
              </a:defRPr>
            </a:lvl3pPr>
            <a:lvl4pPr lvl="3">
              <a:spcBef>
                <a:spcPts val="0"/>
              </a:spcBef>
              <a:spcAft>
                <a:spcPts val="0"/>
              </a:spcAft>
              <a:buClr>
                <a:schemeClr val="accent2"/>
              </a:buClr>
              <a:buSzPts val="4200"/>
              <a:buNone/>
              <a:defRPr sz="4200">
                <a:solidFill>
                  <a:schemeClr val="accent2"/>
                </a:solidFill>
              </a:defRPr>
            </a:lvl4pPr>
            <a:lvl5pPr lvl="4">
              <a:spcBef>
                <a:spcPts val="0"/>
              </a:spcBef>
              <a:spcAft>
                <a:spcPts val="0"/>
              </a:spcAft>
              <a:buClr>
                <a:schemeClr val="accent2"/>
              </a:buClr>
              <a:buSzPts val="4200"/>
              <a:buNone/>
              <a:defRPr sz="4200">
                <a:solidFill>
                  <a:schemeClr val="accent2"/>
                </a:solidFill>
              </a:defRPr>
            </a:lvl5pPr>
            <a:lvl6pPr lvl="5">
              <a:spcBef>
                <a:spcPts val="0"/>
              </a:spcBef>
              <a:spcAft>
                <a:spcPts val="0"/>
              </a:spcAft>
              <a:buClr>
                <a:schemeClr val="accent2"/>
              </a:buClr>
              <a:buSzPts val="4200"/>
              <a:buNone/>
              <a:defRPr sz="4200">
                <a:solidFill>
                  <a:schemeClr val="accent2"/>
                </a:solidFill>
              </a:defRPr>
            </a:lvl6pPr>
            <a:lvl7pPr lvl="6">
              <a:spcBef>
                <a:spcPts val="0"/>
              </a:spcBef>
              <a:spcAft>
                <a:spcPts val="0"/>
              </a:spcAft>
              <a:buClr>
                <a:schemeClr val="accent2"/>
              </a:buClr>
              <a:buSzPts val="4200"/>
              <a:buNone/>
              <a:defRPr sz="4200">
                <a:solidFill>
                  <a:schemeClr val="accent2"/>
                </a:solidFill>
              </a:defRPr>
            </a:lvl7pPr>
            <a:lvl8pPr lvl="7">
              <a:spcBef>
                <a:spcPts val="0"/>
              </a:spcBef>
              <a:spcAft>
                <a:spcPts val="0"/>
              </a:spcAft>
              <a:buClr>
                <a:schemeClr val="accent2"/>
              </a:buClr>
              <a:buSzPts val="4200"/>
              <a:buNone/>
              <a:defRPr sz="4200">
                <a:solidFill>
                  <a:schemeClr val="accent2"/>
                </a:solidFill>
              </a:defRPr>
            </a:lvl8pPr>
            <a:lvl9pPr lvl="8">
              <a:spcBef>
                <a:spcPts val="0"/>
              </a:spcBef>
              <a:spcAft>
                <a:spcPts val="0"/>
              </a:spcAft>
              <a:buClr>
                <a:schemeClr val="accent2"/>
              </a:buClr>
              <a:buSzPts val="4200"/>
              <a:buNone/>
              <a:defRPr sz="4200">
                <a:solidFill>
                  <a:schemeClr val="accent2"/>
                </a:solidFill>
              </a:defRPr>
            </a:lvl9pPr>
          </a:lstStyle>
          <a:p/>
        </p:txBody>
      </p:sp>
      <p:sp>
        <p:nvSpPr>
          <p:cNvPr id="553" name="Google Shape;553;p99"/>
          <p:cNvSpPr txBox="1"/>
          <p:nvPr>
            <p:ph idx="4" type="subTitle"/>
          </p:nvPr>
        </p:nvSpPr>
        <p:spPr>
          <a:xfrm>
            <a:off x="4667014" y="2921075"/>
            <a:ext cx="2805900" cy="85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2">
    <p:spTree>
      <p:nvGrpSpPr>
        <p:cNvPr id="554" name="Shape 554"/>
        <p:cNvGrpSpPr/>
        <p:nvPr/>
      </p:nvGrpSpPr>
      <p:grpSpPr>
        <a:xfrm>
          <a:off x="0" y="0"/>
          <a:ext cx="0" cy="0"/>
          <a:chOff x="0" y="0"/>
          <a:chExt cx="0" cy="0"/>
        </a:xfrm>
      </p:grpSpPr>
      <p:pic>
        <p:nvPicPr>
          <p:cNvPr id="555" name="Google Shape;555;p100"/>
          <p:cNvPicPr preferRelativeResize="0"/>
          <p:nvPr/>
        </p:nvPicPr>
        <p:blipFill rotWithShape="1">
          <a:blip r:embed="rId2">
            <a:alphaModFix/>
          </a:blip>
          <a:srcRect b="0" l="0" r="8215" t="0"/>
          <a:stretch/>
        </p:blipFill>
        <p:spPr>
          <a:xfrm>
            <a:off x="658750" y="-1397100"/>
            <a:ext cx="7826501" cy="7437298"/>
          </a:xfrm>
          <a:prstGeom prst="rect">
            <a:avLst/>
          </a:prstGeom>
          <a:noFill/>
          <a:ln>
            <a:noFill/>
          </a:ln>
        </p:spPr>
      </p:pic>
      <p:sp>
        <p:nvSpPr>
          <p:cNvPr id="556" name="Google Shape;556;p100"/>
          <p:cNvSpPr txBox="1"/>
          <p:nvPr>
            <p:ph idx="1" type="body"/>
          </p:nvPr>
        </p:nvSpPr>
        <p:spPr>
          <a:xfrm>
            <a:off x="775144" y="1313000"/>
            <a:ext cx="3564900" cy="3255900"/>
          </a:xfrm>
          <a:prstGeom prst="rect">
            <a:avLst/>
          </a:prstGeom>
        </p:spPr>
        <p:txBody>
          <a:bodyPr anchorCtr="0" anchor="b" bIns="91425" lIns="91425" spcFirstLastPara="1" rIns="91425" wrap="square" tIns="91425">
            <a:noAutofit/>
          </a:bodyPr>
          <a:lstStyle>
            <a:lvl1pPr indent="-317500" lvl="0" marL="457200" marR="508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57" name="Google Shape;557;p100"/>
          <p:cNvSpPr txBox="1"/>
          <p:nvPr>
            <p:ph idx="2" type="body"/>
          </p:nvPr>
        </p:nvSpPr>
        <p:spPr>
          <a:xfrm>
            <a:off x="4803956" y="1313000"/>
            <a:ext cx="3564900" cy="32559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1"/>
              </a:buClr>
              <a:buSzPts val="1400"/>
              <a:buChar char="●"/>
              <a:defRPr sz="1400"/>
            </a:lvl1pPr>
            <a:lvl2pPr indent="-317500" lvl="1" marL="914400">
              <a:spcBef>
                <a:spcPts val="1600"/>
              </a:spcBef>
              <a:spcAft>
                <a:spcPts val="0"/>
              </a:spcAft>
              <a:buClr>
                <a:schemeClr val="lt1"/>
              </a:buClr>
              <a:buSzPts val="1400"/>
              <a:buChar char="○"/>
              <a:defRPr/>
            </a:lvl2pPr>
            <a:lvl3pPr indent="-317500" lvl="2" marL="1371600">
              <a:spcBef>
                <a:spcPts val="1600"/>
              </a:spcBef>
              <a:spcAft>
                <a:spcPts val="0"/>
              </a:spcAft>
              <a:buClr>
                <a:schemeClr val="lt1"/>
              </a:buClr>
              <a:buSzPts val="1400"/>
              <a:buChar char="■"/>
              <a:defRPr/>
            </a:lvl3pPr>
            <a:lvl4pPr indent="-317500" lvl="3" marL="1828800">
              <a:spcBef>
                <a:spcPts val="1600"/>
              </a:spcBef>
              <a:spcAft>
                <a:spcPts val="0"/>
              </a:spcAft>
              <a:buClr>
                <a:schemeClr val="lt1"/>
              </a:buClr>
              <a:buSzPts val="1400"/>
              <a:buChar char="●"/>
              <a:defRPr/>
            </a:lvl4pPr>
            <a:lvl5pPr indent="-317500" lvl="4" marL="2286000">
              <a:spcBef>
                <a:spcPts val="1600"/>
              </a:spcBef>
              <a:spcAft>
                <a:spcPts val="0"/>
              </a:spcAft>
              <a:buClr>
                <a:schemeClr val="lt1"/>
              </a:buClr>
              <a:buSzPts val="1400"/>
              <a:buChar char="○"/>
              <a:defRPr/>
            </a:lvl5pPr>
            <a:lvl6pPr indent="-317500" lvl="5" marL="2743200">
              <a:spcBef>
                <a:spcPts val="1600"/>
              </a:spcBef>
              <a:spcAft>
                <a:spcPts val="0"/>
              </a:spcAft>
              <a:buClr>
                <a:schemeClr val="lt1"/>
              </a:buClr>
              <a:buSzPts val="1400"/>
              <a:buChar char="■"/>
              <a:defRPr/>
            </a:lvl6pPr>
            <a:lvl7pPr indent="-317500" lvl="6" marL="3200400">
              <a:spcBef>
                <a:spcPts val="1600"/>
              </a:spcBef>
              <a:spcAft>
                <a:spcPts val="0"/>
              </a:spcAft>
              <a:buClr>
                <a:schemeClr val="lt1"/>
              </a:buClr>
              <a:buSzPts val="1400"/>
              <a:buChar char="●"/>
              <a:defRPr/>
            </a:lvl7pPr>
            <a:lvl8pPr indent="-317500" lvl="7" marL="3657600">
              <a:spcBef>
                <a:spcPts val="1600"/>
              </a:spcBef>
              <a:spcAft>
                <a:spcPts val="0"/>
              </a:spcAft>
              <a:buClr>
                <a:schemeClr val="lt1"/>
              </a:buClr>
              <a:buSzPts val="1400"/>
              <a:buChar char="○"/>
              <a:defRPr/>
            </a:lvl8pPr>
            <a:lvl9pPr indent="-317500" lvl="8" marL="4114800">
              <a:spcBef>
                <a:spcPts val="1600"/>
              </a:spcBef>
              <a:spcAft>
                <a:spcPts val="1600"/>
              </a:spcAft>
              <a:buClr>
                <a:schemeClr val="lt1"/>
              </a:buClr>
              <a:buSzPts val="1400"/>
              <a:buChar char="■"/>
              <a:defRPr/>
            </a:lvl9pPr>
          </a:lstStyle>
          <a:p/>
        </p:txBody>
      </p:sp>
      <p:sp>
        <p:nvSpPr>
          <p:cNvPr id="558" name="Google Shape;558;p100"/>
          <p:cNvSpPr txBox="1"/>
          <p:nvPr>
            <p:ph type="title"/>
          </p:nvPr>
        </p:nvSpPr>
        <p:spPr>
          <a:xfrm>
            <a:off x="3972475" y="378225"/>
            <a:ext cx="43986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
  <p:cSld name="TITLE_AND_BODY_1_3">
    <p:spTree>
      <p:nvGrpSpPr>
        <p:cNvPr id="559" name="Shape 559"/>
        <p:cNvGrpSpPr/>
        <p:nvPr/>
      </p:nvGrpSpPr>
      <p:grpSpPr>
        <a:xfrm>
          <a:off x="0" y="0"/>
          <a:ext cx="0" cy="0"/>
          <a:chOff x="0" y="0"/>
          <a:chExt cx="0" cy="0"/>
        </a:xfrm>
      </p:grpSpPr>
      <p:pic>
        <p:nvPicPr>
          <p:cNvPr id="560" name="Google Shape;560;p101"/>
          <p:cNvPicPr preferRelativeResize="0"/>
          <p:nvPr/>
        </p:nvPicPr>
        <p:blipFill>
          <a:blip r:embed="rId2">
            <a:alphaModFix/>
          </a:blip>
          <a:stretch>
            <a:fillRect/>
          </a:stretch>
        </p:blipFill>
        <p:spPr>
          <a:xfrm flipH="1">
            <a:off x="0" y="-392975"/>
            <a:ext cx="9397469" cy="3269127"/>
          </a:xfrm>
          <a:prstGeom prst="rect">
            <a:avLst/>
          </a:prstGeom>
          <a:noFill/>
          <a:ln>
            <a:noFill/>
          </a:ln>
        </p:spPr>
      </p:pic>
      <p:sp>
        <p:nvSpPr>
          <p:cNvPr id="561" name="Google Shape;561;p101"/>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62" name="Google Shape;562;p101"/>
          <p:cNvSpPr txBox="1"/>
          <p:nvPr>
            <p:ph idx="2" type="title"/>
          </p:nvPr>
        </p:nvSpPr>
        <p:spPr>
          <a:xfrm>
            <a:off x="809952"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63" name="Google Shape;563;p101"/>
          <p:cNvSpPr txBox="1"/>
          <p:nvPr>
            <p:ph idx="1" type="subTitle"/>
          </p:nvPr>
        </p:nvSpPr>
        <p:spPr>
          <a:xfrm>
            <a:off x="809938"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64" name="Google Shape;564;p101"/>
          <p:cNvSpPr txBox="1"/>
          <p:nvPr>
            <p:ph idx="3" type="title"/>
          </p:nvPr>
        </p:nvSpPr>
        <p:spPr>
          <a:xfrm>
            <a:off x="3463514"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65" name="Google Shape;565;p101"/>
          <p:cNvSpPr txBox="1"/>
          <p:nvPr>
            <p:ph idx="4" type="subTitle"/>
          </p:nvPr>
        </p:nvSpPr>
        <p:spPr>
          <a:xfrm>
            <a:off x="3463500"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66" name="Google Shape;566;p101"/>
          <p:cNvSpPr txBox="1"/>
          <p:nvPr>
            <p:ph idx="5" type="title"/>
          </p:nvPr>
        </p:nvSpPr>
        <p:spPr>
          <a:xfrm>
            <a:off x="6117064" y="1559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67" name="Google Shape;567;p101"/>
          <p:cNvSpPr txBox="1"/>
          <p:nvPr>
            <p:ph idx="6" type="subTitle"/>
          </p:nvPr>
        </p:nvSpPr>
        <p:spPr>
          <a:xfrm>
            <a:off x="6117050" y="1932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68" name="Google Shape;568;p101"/>
          <p:cNvSpPr txBox="1"/>
          <p:nvPr>
            <p:ph idx="7" type="title"/>
          </p:nvPr>
        </p:nvSpPr>
        <p:spPr>
          <a:xfrm>
            <a:off x="809939"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69" name="Google Shape;569;p101"/>
          <p:cNvSpPr txBox="1"/>
          <p:nvPr>
            <p:ph idx="8" type="subTitle"/>
          </p:nvPr>
        </p:nvSpPr>
        <p:spPr>
          <a:xfrm>
            <a:off x="809925"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70" name="Google Shape;570;p101"/>
          <p:cNvSpPr txBox="1"/>
          <p:nvPr>
            <p:ph idx="9" type="title"/>
          </p:nvPr>
        </p:nvSpPr>
        <p:spPr>
          <a:xfrm>
            <a:off x="3463502"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71" name="Google Shape;571;p101"/>
          <p:cNvSpPr txBox="1"/>
          <p:nvPr>
            <p:ph idx="13" type="subTitle"/>
          </p:nvPr>
        </p:nvSpPr>
        <p:spPr>
          <a:xfrm>
            <a:off x="3463488"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72" name="Google Shape;572;p101"/>
          <p:cNvSpPr txBox="1"/>
          <p:nvPr>
            <p:ph idx="14" type="title"/>
          </p:nvPr>
        </p:nvSpPr>
        <p:spPr>
          <a:xfrm>
            <a:off x="6117052" y="3207225"/>
            <a:ext cx="2217000" cy="381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73" name="Google Shape;573;p101"/>
          <p:cNvSpPr txBox="1"/>
          <p:nvPr>
            <p:ph idx="15" type="subTitle"/>
          </p:nvPr>
        </p:nvSpPr>
        <p:spPr>
          <a:xfrm>
            <a:off x="6117038" y="3580375"/>
            <a:ext cx="2217000" cy="82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TITLE_AND_BODY_1_3_1">
    <p:spTree>
      <p:nvGrpSpPr>
        <p:cNvPr id="574" name="Shape 574"/>
        <p:cNvGrpSpPr/>
        <p:nvPr/>
      </p:nvGrpSpPr>
      <p:grpSpPr>
        <a:xfrm>
          <a:off x="0" y="0"/>
          <a:ext cx="0" cy="0"/>
          <a:chOff x="0" y="0"/>
          <a:chExt cx="0" cy="0"/>
        </a:xfrm>
      </p:grpSpPr>
      <p:sp>
        <p:nvSpPr>
          <p:cNvPr id="575" name="Google Shape;575;p102"/>
          <p:cNvSpPr txBox="1"/>
          <p:nvPr>
            <p:ph type="title"/>
          </p:nvPr>
        </p:nvSpPr>
        <p:spPr>
          <a:xfrm>
            <a:off x="5113200" y="378225"/>
            <a:ext cx="3258000" cy="515100"/>
          </a:xfrm>
          <a:prstGeom prst="rect">
            <a:avLst/>
          </a:prstGeom>
        </p:spPr>
        <p:txBody>
          <a:bodyPr anchorCtr="0" anchor="t" bIns="91425" lIns="91425" spcFirstLastPara="1" rIns="91425" wrap="square" tIns="91425">
            <a:noAutofit/>
          </a:bodyPr>
          <a:lstStyle>
            <a:lvl1pPr lvl="0" algn="r">
              <a:spcBef>
                <a:spcPts val="0"/>
              </a:spcBef>
              <a:spcAft>
                <a:spcPts val="0"/>
              </a:spcAft>
              <a:buSzPts val="2100"/>
              <a:buNone/>
              <a:defRPr sz="2100"/>
            </a:lvl1pPr>
            <a:lvl2pPr lvl="1" algn="r">
              <a:spcBef>
                <a:spcPts val="0"/>
              </a:spcBef>
              <a:spcAft>
                <a:spcPts val="0"/>
              </a:spcAft>
              <a:buSzPts val="2100"/>
              <a:buNone/>
              <a:defRPr sz="2100"/>
            </a:lvl2pPr>
            <a:lvl3pPr lvl="2" algn="r">
              <a:spcBef>
                <a:spcPts val="0"/>
              </a:spcBef>
              <a:spcAft>
                <a:spcPts val="0"/>
              </a:spcAft>
              <a:buSzPts val="2100"/>
              <a:buNone/>
              <a:defRPr sz="2100"/>
            </a:lvl3pPr>
            <a:lvl4pPr lvl="3" algn="r">
              <a:spcBef>
                <a:spcPts val="0"/>
              </a:spcBef>
              <a:spcAft>
                <a:spcPts val="0"/>
              </a:spcAft>
              <a:buSzPts val="2100"/>
              <a:buNone/>
              <a:defRPr sz="2100"/>
            </a:lvl4pPr>
            <a:lvl5pPr lvl="4" algn="r">
              <a:spcBef>
                <a:spcPts val="0"/>
              </a:spcBef>
              <a:spcAft>
                <a:spcPts val="0"/>
              </a:spcAft>
              <a:buSzPts val="2100"/>
              <a:buNone/>
              <a:defRPr sz="2100"/>
            </a:lvl5pPr>
            <a:lvl6pPr lvl="5" algn="r">
              <a:spcBef>
                <a:spcPts val="0"/>
              </a:spcBef>
              <a:spcAft>
                <a:spcPts val="0"/>
              </a:spcAft>
              <a:buSzPts val="2100"/>
              <a:buNone/>
              <a:defRPr sz="2100"/>
            </a:lvl6pPr>
            <a:lvl7pPr lvl="6" algn="r">
              <a:spcBef>
                <a:spcPts val="0"/>
              </a:spcBef>
              <a:spcAft>
                <a:spcPts val="0"/>
              </a:spcAft>
              <a:buSzPts val="2100"/>
              <a:buNone/>
              <a:defRPr sz="2100"/>
            </a:lvl7pPr>
            <a:lvl8pPr lvl="7" algn="r">
              <a:spcBef>
                <a:spcPts val="0"/>
              </a:spcBef>
              <a:spcAft>
                <a:spcPts val="0"/>
              </a:spcAft>
              <a:buSzPts val="2100"/>
              <a:buNone/>
              <a:defRPr sz="2100"/>
            </a:lvl8pPr>
            <a:lvl9pPr lvl="8" algn="r">
              <a:spcBef>
                <a:spcPts val="0"/>
              </a:spcBef>
              <a:spcAft>
                <a:spcPts val="0"/>
              </a:spcAft>
              <a:buSzPts val="2100"/>
              <a:buNone/>
              <a:defRPr sz="2100"/>
            </a:lvl9pPr>
          </a:lstStyle>
          <a:p/>
        </p:txBody>
      </p:sp>
      <p:sp>
        <p:nvSpPr>
          <p:cNvPr id="576" name="Google Shape;576;p102"/>
          <p:cNvSpPr txBox="1"/>
          <p:nvPr>
            <p:ph idx="2" type="title"/>
          </p:nvPr>
        </p:nvSpPr>
        <p:spPr>
          <a:xfrm>
            <a:off x="7092000" y="140682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77" name="Google Shape;577;p102"/>
          <p:cNvSpPr txBox="1"/>
          <p:nvPr>
            <p:ph idx="1" type="subTitle"/>
          </p:nvPr>
        </p:nvSpPr>
        <p:spPr>
          <a:xfrm>
            <a:off x="2994000" y="134472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78" name="Google Shape;578;p102"/>
          <p:cNvSpPr txBox="1"/>
          <p:nvPr>
            <p:ph idx="3" type="title"/>
          </p:nvPr>
        </p:nvSpPr>
        <p:spPr>
          <a:xfrm>
            <a:off x="7092000" y="192185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79" name="Google Shape;579;p102"/>
          <p:cNvSpPr txBox="1"/>
          <p:nvPr>
            <p:ph idx="4" type="subTitle"/>
          </p:nvPr>
        </p:nvSpPr>
        <p:spPr>
          <a:xfrm>
            <a:off x="2994000" y="185975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0" name="Google Shape;580;p102"/>
          <p:cNvSpPr txBox="1"/>
          <p:nvPr>
            <p:ph idx="5" type="title"/>
          </p:nvPr>
        </p:nvSpPr>
        <p:spPr>
          <a:xfrm>
            <a:off x="7092000" y="243688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81" name="Google Shape;581;p102"/>
          <p:cNvSpPr txBox="1"/>
          <p:nvPr>
            <p:ph idx="6" type="subTitle"/>
          </p:nvPr>
        </p:nvSpPr>
        <p:spPr>
          <a:xfrm>
            <a:off x="2994000" y="237478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2" name="Google Shape;582;p102"/>
          <p:cNvSpPr txBox="1"/>
          <p:nvPr>
            <p:ph idx="7" type="title"/>
          </p:nvPr>
        </p:nvSpPr>
        <p:spPr>
          <a:xfrm>
            <a:off x="7092000" y="295191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83" name="Google Shape;583;p102"/>
          <p:cNvSpPr txBox="1"/>
          <p:nvPr>
            <p:ph idx="8" type="subTitle"/>
          </p:nvPr>
        </p:nvSpPr>
        <p:spPr>
          <a:xfrm>
            <a:off x="2994000" y="288981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4" name="Google Shape;584;p102"/>
          <p:cNvSpPr txBox="1"/>
          <p:nvPr>
            <p:ph idx="9" type="title"/>
          </p:nvPr>
        </p:nvSpPr>
        <p:spPr>
          <a:xfrm>
            <a:off x="7092000" y="346694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85" name="Google Shape;585;p102"/>
          <p:cNvSpPr txBox="1"/>
          <p:nvPr>
            <p:ph idx="13" type="subTitle"/>
          </p:nvPr>
        </p:nvSpPr>
        <p:spPr>
          <a:xfrm>
            <a:off x="2994000" y="340484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6" name="Google Shape;586;p102"/>
          <p:cNvSpPr txBox="1"/>
          <p:nvPr>
            <p:ph idx="14" type="title"/>
          </p:nvPr>
        </p:nvSpPr>
        <p:spPr>
          <a:xfrm>
            <a:off x="7092000" y="3981975"/>
            <a:ext cx="1262100" cy="381900"/>
          </a:xfrm>
          <a:prstGeom prst="rect">
            <a:avLst/>
          </a:prstGeom>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algn="r">
              <a:spcBef>
                <a:spcPts val="0"/>
              </a:spcBef>
              <a:spcAft>
                <a:spcPts val="0"/>
              </a:spcAft>
              <a:buClr>
                <a:schemeClr val="accent2"/>
              </a:buClr>
              <a:buSzPts val="1600"/>
              <a:buNone/>
              <a:defRPr sz="1600">
                <a:solidFill>
                  <a:schemeClr val="accent2"/>
                </a:solidFill>
              </a:defRPr>
            </a:lvl1pPr>
            <a:lvl2pPr lvl="1" algn="ctr">
              <a:spcBef>
                <a:spcPts val="0"/>
              </a:spcBef>
              <a:spcAft>
                <a:spcPts val="0"/>
              </a:spcAft>
              <a:buClr>
                <a:schemeClr val="accent2"/>
              </a:buClr>
              <a:buSzPts val="4200"/>
              <a:buNone/>
              <a:defRPr sz="4200">
                <a:solidFill>
                  <a:schemeClr val="accent2"/>
                </a:solidFill>
              </a:defRPr>
            </a:lvl2pPr>
            <a:lvl3pPr lvl="2" algn="ctr">
              <a:spcBef>
                <a:spcPts val="0"/>
              </a:spcBef>
              <a:spcAft>
                <a:spcPts val="0"/>
              </a:spcAft>
              <a:buClr>
                <a:schemeClr val="accent2"/>
              </a:buClr>
              <a:buSzPts val="4200"/>
              <a:buNone/>
              <a:defRPr sz="4200">
                <a:solidFill>
                  <a:schemeClr val="accent2"/>
                </a:solidFill>
              </a:defRPr>
            </a:lvl3pPr>
            <a:lvl4pPr lvl="3" algn="ctr">
              <a:spcBef>
                <a:spcPts val="0"/>
              </a:spcBef>
              <a:spcAft>
                <a:spcPts val="0"/>
              </a:spcAft>
              <a:buClr>
                <a:schemeClr val="accent2"/>
              </a:buClr>
              <a:buSzPts val="4200"/>
              <a:buNone/>
              <a:defRPr sz="4200">
                <a:solidFill>
                  <a:schemeClr val="accent2"/>
                </a:solidFill>
              </a:defRPr>
            </a:lvl4pPr>
            <a:lvl5pPr lvl="4" algn="ctr">
              <a:spcBef>
                <a:spcPts val="0"/>
              </a:spcBef>
              <a:spcAft>
                <a:spcPts val="0"/>
              </a:spcAft>
              <a:buClr>
                <a:schemeClr val="accent2"/>
              </a:buClr>
              <a:buSzPts val="4200"/>
              <a:buNone/>
              <a:defRPr sz="4200">
                <a:solidFill>
                  <a:schemeClr val="accent2"/>
                </a:solidFill>
              </a:defRPr>
            </a:lvl5pPr>
            <a:lvl6pPr lvl="5" algn="ctr">
              <a:spcBef>
                <a:spcPts val="0"/>
              </a:spcBef>
              <a:spcAft>
                <a:spcPts val="0"/>
              </a:spcAft>
              <a:buClr>
                <a:schemeClr val="accent2"/>
              </a:buClr>
              <a:buSzPts val="4200"/>
              <a:buNone/>
              <a:defRPr sz="4200">
                <a:solidFill>
                  <a:schemeClr val="accent2"/>
                </a:solidFill>
              </a:defRPr>
            </a:lvl6pPr>
            <a:lvl7pPr lvl="6" algn="ctr">
              <a:spcBef>
                <a:spcPts val="0"/>
              </a:spcBef>
              <a:spcAft>
                <a:spcPts val="0"/>
              </a:spcAft>
              <a:buClr>
                <a:schemeClr val="accent2"/>
              </a:buClr>
              <a:buSzPts val="4200"/>
              <a:buNone/>
              <a:defRPr sz="4200">
                <a:solidFill>
                  <a:schemeClr val="accent2"/>
                </a:solidFill>
              </a:defRPr>
            </a:lvl7pPr>
            <a:lvl8pPr lvl="7" algn="ctr">
              <a:spcBef>
                <a:spcPts val="0"/>
              </a:spcBef>
              <a:spcAft>
                <a:spcPts val="0"/>
              </a:spcAft>
              <a:buClr>
                <a:schemeClr val="accent2"/>
              </a:buClr>
              <a:buSzPts val="4200"/>
              <a:buNone/>
              <a:defRPr sz="4200">
                <a:solidFill>
                  <a:schemeClr val="accent2"/>
                </a:solidFill>
              </a:defRPr>
            </a:lvl8pPr>
            <a:lvl9pPr lvl="8" algn="ctr">
              <a:spcBef>
                <a:spcPts val="0"/>
              </a:spcBef>
              <a:spcAft>
                <a:spcPts val="0"/>
              </a:spcAft>
              <a:buClr>
                <a:schemeClr val="accent2"/>
              </a:buClr>
              <a:buSzPts val="4200"/>
              <a:buNone/>
              <a:defRPr sz="4200">
                <a:solidFill>
                  <a:schemeClr val="accent2"/>
                </a:solidFill>
              </a:defRPr>
            </a:lvl9pPr>
          </a:lstStyle>
          <a:p/>
        </p:txBody>
      </p:sp>
      <p:sp>
        <p:nvSpPr>
          <p:cNvPr id="587" name="Google Shape;587;p102"/>
          <p:cNvSpPr txBox="1"/>
          <p:nvPr>
            <p:ph idx="15" type="subTitle"/>
          </p:nvPr>
        </p:nvSpPr>
        <p:spPr>
          <a:xfrm>
            <a:off x="2994000" y="3919875"/>
            <a:ext cx="3945600" cy="50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588" name="Google Shape;588;p102"/>
          <p:cNvPicPr preferRelativeResize="0"/>
          <p:nvPr/>
        </p:nvPicPr>
        <p:blipFill>
          <a:blip r:embed="rId2">
            <a:alphaModFix/>
          </a:blip>
          <a:stretch>
            <a:fillRect/>
          </a:stretch>
        </p:blipFill>
        <p:spPr>
          <a:xfrm flipH="1" rot="5400000">
            <a:off x="-2034276" y="1065614"/>
            <a:ext cx="5852719" cy="3274403"/>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SECTION_HEADER_1">
    <p:spTree>
      <p:nvGrpSpPr>
        <p:cNvPr id="589" name="Shape 589"/>
        <p:cNvGrpSpPr/>
        <p:nvPr/>
      </p:nvGrpSpPr>
      <p:grpSpPr>
        <a:xfrm>
          <a:off x="0" y="0"/>
          <a:ext cx="0" cy="0"/>
          <a:chOff x="0" y="0"/>
          <a:chExt cx="0" cy="0"/>
        </a:xfrm>
      </p:grpSpPr>
      <p:pic>
        <p:nvPicPr>
          <p:cNvPr id="590" name="Google Shape;590;p103"/>
          <p:cNvPicPr preferRelativeResize="0"/>
          <p:nvPr/>
        </p:nvPicPr>
        <p:blipFill>
          <a:blip r:embed="rId2">
            <a:alphaModFix/>
          </a:blip>
          <a:stretch>
            <a:fillRect/>
          </a:stretch>
        </p:blipFill>
        <p:spPr>
          <a:xfrm>
            <a:off x="-76672" y="-827887"/>
            <a:ext cx="6153101" cy="6799271"/>
          </a:xfrm>
          <a:prstGeom prst="rect">
            <a:avLst/>
          </a:prstGeom>
          <a:noFill/>
          <a:ln>
            <a:noFill/>
          </a:ln>
        </p:spPr>
      </p:pic>
      <p:sp>
        <p:nvSpPr>
          <p:cNvPr id="591" name="Google Shape;591;p103"/>
          <p:cNvSpPr txBox="1"/>
          <p:nvPr>
            <p:ph type="title"/>
          </p:nvPr>
        </p:nvSpPr>
        <p:spPr>
          <a:xfrm>
            <a:off x="5150300" y="694050"/>
            <a:ext cx="3156600" cy="841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3000"/>
              <a:buNone/>
              <a:defRPr sz="3000">
                <a:solidFill>
                  <a:schemeClr val="accen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2" name="Google Shape;592;p103"/>
          <p:cNvSpPr txBox="1"/>
          <p:nvPr>
            <p:ph idx="1" type="subTitle"/>
          </p:nvPr>
        </p:nvSpPr>
        <p:spPr>
          <a:xfrm>
            <a:off x="5150300" y="1535850"/>
            <a:ext cx="3156600" cy="11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93" name="Google Shape;593;p103"/>
          <p:cNvSpPr txBox="1"/>
          <p:nvPr/>
        </p:nvSpPr>
        <p:spPr>
          <a:xfrm>
            <a:off x="5150300" y="3218125"/>
            <a:ext cx="31926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1"/>
                </a:solidFill>
                <a:latin typeface="Montserrat"/>
                <a:ea typeface="Montserrat"/>
                <a:cs typeface="Montserrat"/>
                <a:sym typeface="Montserrat"/>
              </a:rPr>
              <a:t>CREDITS: This presentation template was created by Slidesgo, including icons by Flaticon, and infographics &amp; images by Freepik.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1"/>
              </a:solidFill>
              <a:latin typeface="Montserrat"/>
              <a:ea typeface="Montserrat"/>
              <a:cs typeface="Montserrat"/>
              <a:sym typeface="Montserrat"/>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
    <p:spTree>
      <p:nvGrpSpPr>
        <p:cNvPr id="594" name="Shape 594"/>
        <p:cNvGrpSpPr/>
        <p:nvPr/>
      </p:nvGrpSpPr>
      <p:grpSpPr>
        <a:xfrm>
          <a:off x="0" y="0"/>
          <a:ext cx="0" cy="0"/>
          <a:chOff x="0" y="0"/>
          <a:chExt cx="0" cy="0"/>
        </a:xfrm>
      </p:grpSpPr>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
    <p:spTree>
      <p:nvGrpSpPr>
        <p:cNvPr id="595" name="Shape 595"/>
        <p:cNvGrpSpPr/>
        <p:nvPr/>
      </p:nvGrpSpPr>
      <p:grpSpPr>
        <a:xfrm>
          <a:off x="0" y="0"/>
          <a:ext cx="0" cy="0"/>
          <a:chOff x="0" y="0"/>
          <a:chExt cx="0" cy="0"/>
        </a:xfrm>
      </p:grpSpPr>
      <p:pic>
        <p:nvPicPr>
          <p:cNvPr id="596" name="Google Shape;596;p105"/>
          <p:cNvPicPr preferRelativeResize="0"/>
          <p:nvPr/>
        </p:nvPicPr>
        <p:blipFill>
          <a:blip r:embed="rId2">
            <a:alphaModFix/>
          </a:blip>
          <a:stretch>
            <a:fillRect/>
          </a:stretch>
        </p:blipFill>
        <p:spPr>
          <a:xfrm flipH="1">
            <a:off x="5434928" y="-827887"/>
            <a:ext cx="6153101" cy="6799271"/>
          </a:xfrm>
          <a:prstGeom prst="rect">
            <a:avLst/>
          </a:prstGeom>
          <a:noFill/>
          <a:ln>
            <a:noFill/>
          </a:ln>
        </p:spPr>
      </p:pic>
      <p:pic>
        <p:nvPicPr>
          <p:cNvPr id="597" name="Google Shape;597;p105"/>
          <p:cNvPicPr preferRelativeResize="0"/>
          <p:nvPr/>
        </p:nvPicPr>
        <p:blipFill>
          <a:blip r:embed="rId2">
            <a:alphaModFix/>
          </a:blip>
          <a:stretch>
            <a:fillRect/>
          </a:stretch>
        </p:blipFill>
        <p:spPr>
          <a:xfrm flipH="1" rot="10800000">
            <a:off x="-2444022" y="-827887"/>
            <a:ext cx="6153101" cy="6799271"/>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
    <p:spTree>
      <p:nvGrpSpPr>
        <p:cNvPr id="598" name="Shape 598"/>
        <p:cNvGrpSpPr/>
        <p:nvPr/>
      </p:nvGrpSpPr>
      <p:grpSpPr>
        <a:xfrm>
          <a:off x="0" y="0"/>
          <a:ext cx="0" cy="0"/>
          <a:chOff x="0" y="0"/>
          <a:chExt cx="0" cy="0"/>
        </a:xfrm>
      </p:grpSpPr>
      <p:pic>
        <p:nvPicPr>
          <p:cNvPr id="599" name="Google Shape;599;p106"/>
          <p:cNvPicPr preferRelativeResize="0"/>
          <p:nvPr/>
        </p:nvPicPr>
        <p:blipFill>
          <a:blip r:embed="rId2">
            <a:alphaModFix/>
          </a:blip>
          <a:stretch>
            <a:fillRect/>
          </a:stretch>
        </p:blipFill>
        <p:spPr>
          <a:xfrm>
            <a:off x="-76672" y="-827887"/>
            <a:ext cx="6153101" cy="6799271"/>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Quote (h7c01b72f79cab637_23_0)">
    <p:spTree>
      <p:nvGrpSpPr>
        <p:cNvPr id="600" name="Shape 600"/>
        <p:cNvGrpSpPr/>
        <p:nvPr/>
      </p:nvGrpSpPr>
      <p:grpSpPr>
        <a:xfrm>
          <a:off x="0" y="0"/>
          <a:ext cx="0" cy="0"/>
          <a:chOff x="0" y="0"/>
          <a:chExt cx="0" cy="0"/>
        </a:xfrm>
      </p:grpSpPr>
      <p:sp>
        <p:nvSpPr>
          <p:cNvPr id="601" name="Google Shape;601;p107"/>
          <p:cNvSpPr txBox="1"/>
          <p:nvPr>
            <p:ph type="title"/>
          </p:nvPr>
        </p:nvSpPr>
        <p:spPr>
          <a:xfrm>
            <a:off x="5284303" y="3314360"/>
            <a:ext cx="3069900" cy="4653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1800"/>
              <a:buNone/>
              <a:defRPr sz="2000">
                <a:solidFill>
                  <a:schemeClr val="accent2"/>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602" name="Google Shape;602;p107"/>
          <p:cNvSpPr txBox="1"/>
          <p:nvPr>
            <p:ph idx="1" type="subTitle"/>
          </p:nvPr>
        </p:nvSpPr>
        <p:spPr>
          <a:xfrm>
            <a:off x="2702800" y="1363838"/>
            <a:ext cx="5651100" cy="1853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1.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97.xml"/><Relationship Id="rId20" Type="http://schemas.openxmlformats.org/officeDocument/2006/relationships/slideLayout" Target="../slideLayouts/slideLayout77.xml"/><Relationship Id="rId42" Type="http://schemas.openxmlformats.org/officeDocument/2006/relationships/slideLayout" Target="../slideLayouts/slideLayout99.xml"/><Relationship Id="rId41" Type="http://schemas.openxmlformats.org/officeDocument/2006/relationships/slideLayout" Target="../slideLayouts/slideLayout98.xml"/><Relationship Id="rId22" Type="http://schemas.openxmlformats.org/officeDocument/2006/relationships/slideLayout" Target="../slideLayouts/slideLayout79.xml"/><Relationship Id="rId44" Type="http://schemas.openxmlformats.org/officeDocument/2006/relationships/slideLayout" Target="../slideLayouts/slideLayout101.xml"/><Relationship Id="rId21" Type="http://schemas.openxmlformats.org/officeDocument/2006/relationships/slideLayout" Target="../slideLayouts/slideLayout78.xml"/><Relationship Id="rId43" Type="http://schemas.openxmlformats.org/officeDocument/2006/relationships/slideLayout" Target="../slideLayouts/slideLayout100.xml"/><Relationship Id="rId24" Type="http://schemas.openxmlformats.org/officeDocument/2006/relationships/slideLayout" Target="../slideLayouts/slideLayout81.xml"/><Relationship Id="rId46" Type="http://schemas.openxmlformats.org/officeDocument/2006/relationships/slideLayout" Target="../slideLayouts/slideLayout103.xml"/><Relationship Id="rId23" Type="http://schemas.openxmlformats.org/officeDocument/2006/relationships/slideLayout" Target="../slideLayouts/slideLayout80.xml"/><Relationship Id="rId45" Type="http://schemas.openxmlformats.org/officeDocument/2006/relationships/slideLayout" Target="../slideLayouts/slideLayout102.xml"/><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9" Type="http://schemas.openxmlformats.org/officeDocument/2006/relationships/slideLayout" Target="../slideLayouts/slideLayout66.xml"/><Relationship Id="rId26" Type="http://schemas.openxmlformats.org/officeDocument/2006/relationships/slideLayout" Target="../slideLayouts/slideLayout83.xml"/><Relationship Id="rId48" Type="http://schemas.openxmlformats.org/officeDocument/2006/relationships/theme" Target="../theme/theme4.xml"/><Relationship Id="rId25" Type="http://schemas.openxmlformats.org/officeDocument/2006/relationships/slideLayout" Target="../slideLayouts/slideLayout82.xml"/><Relationship Id="rId47" Type="http://schemas.openxmlformats.org/officeDocument/2006/relationships/slideLayout" Target="../slideLayouts/slideLayout104.xml"/><Relationship Id="rId28" Type="http://schemas.openxmlformats.org/officeDocument/2006/relationships/slideLayout" Target="../slideLayouts/slideLayout85.xml"/><Relationship Id="rId27" Type="http://schemas.openxmlformats.org/officeDocument/2006/relationships/slideLayout" Target="../slideLayouts/slideLayout84.xml"/><Relationship Id="rId5" Type="http://schemas.openxmlformats.org/officeDocument/2006/relationships/slideLayout" Target="../slideLayouts/slideLayout62.xml"/><Relationship Id="rId6" Type="http://schemas.openxmlformats.org/officeDocument/2006/relationships/slideLayout" Target="../slideLayouts/slideLayout63.xml"/><Relationship Id="rId29" Type="http://schemas.openxmlformats.org/officeDocument/2006/relationships/slideLayout" Target="../slideLayouts/slideLayout86.xml"/><Relationship Id="rId7" Type="http://schemas.openxmlformats.org/officeDocument/2006/relationships/slideLayout" Target="../slideLayouts/slideLayout64.xml"/><Relationship Id="rId8" Type="http://schemas.openxmlformats.org/officeDocument/2006/relationships/slideLayout" Target="../slideLayouts/slideLayout65.xml"/><Relationship Id="rId31" Type="http://schemas.openxmlformats.org/officeDocument/2006/relationships/slideLayout" Target="../slideLayouts/slideLayout88.xml"/><Relationship Id="rId30" Type="http://schemas.openxmlformats.org/officeDocument/2006/relationships/slideLayout" Target="../slideLayouts/slideLayout87.xml"/><Relationship Id="rId11" Type="http://schemas.openxmlformats.org/officeDocument/2006/relationships/slideLayout" Target="../slideLayouts/slideLayout68.xml"/><Relationship Id="rId33" Type="http://schemas.openxmlformats.org/officeDocument/2006/relationships/slideLayout" Target="../slideLayouts/slideLayout90.xml"/><Relationship Id="rId10" Type="http://schemas.openxmlformats.org/officeDocument/2006/relationships/slideLayout" Target="../slideLayouts/slideLayout67.xml"/><Relationship Id="rId32" Type="http://schemas.openxmlformats.org/officeDocument/2006/relationships/slideLayout" Target="../slideLayouts/slideLayout89.xml"/><Relationship Id="rId13" Type="http://schemas.openxmlformats.org/officeDocument/2006/relationships/slideLayout" Target="../slideLayouts/slideLayout70.xml"/><Relationship Id="rId35" Type="http://schemas.openxmlformats.org/officeDocument/2006/relationships/slideLayout" Target="../slideLayouts/slideLayout92.xml"/><Relationship Id="rId12" Type="http://schemas.openxmlformats.org/officeDocument/2006/relationships/slideLayout" Target="../slideLayouts/slideLayout69.xml"/><Relationship Id="rId34" Type="http://schemas.openxmlformats.org/officeDocument/2006/relationships/slideLayout" Target="../slideLayouts/slideLayout91.xml"/><Relationship Id="rId15" Type="http://schemas.openxmlformats.org/officeDocument/2006/relationships/slideLayout" Target="../slideLayouts/slideLayout72.xml"/><Relationship Id="rId37" Type="http://schemas.openxmlformats.org/officeDocument/2006/relationships/slideLayout" Target="../slideLayouts/slideLayout94.xml"/><Relationship Id="rId14" Type="http://schemas.openxmlformats.org/officeDocument/2006/relationships/slideLayout" Target="../slideLayouts/slideLayout71.xml"/><Relationship Id="rId36" Type="http://schemas.openxmlformats.org/officeDocument/2006/relationships/slideLayout" Target="../slideLayouts/slideLayout93.xml"/><Relationship Id="rId17" Type="http://schemas.openxmlformats.org/officeDocument/2006/relationships/slideLayout" Target="../slideLayouts/slideLayout74.xml"/><Relationship Id="rId39" Type="http://schemas.openxmlformats.org/officeDocument/2006/relationships/slideLayout" Target="../slideLayouts/slideLayout96.xml"/><Relationship Id="rId16" Type="http://schemas.openxmlformats.org/officeDocument/2006/relationships/slideLayout" Target="../slideLayouts/slideLayout73.xml"/><Relationship Id="rId38" Type="http://schemas.openxmlformats.org/officeDocument/2006/relationships/slideLayout" Target="../slideLayouts/slideLayout95.xml"/><Relationship Id="rId19" Type="http://schemas.openxmlformats.org/officeDocument/2006/relationships/slideLayout" Target="../slideLayouts/slideLayout76.xml"/><Relationship Id="rId18"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00237D"/>
            </a:gs>
            <a:gs pos="100000">
              <a:srgbClr val="011445"/>
            </a:gs>
          </a:gsLst>
          <a:path path="circle">
            <a:fillToRect b="50%" l="50%" r="50%" t="50%"/>
          </a:path>
          <a:tileRect/>
        </a:gra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ontserrat ExtraBold"/>
              <a:buNone/>
              <a:defRPr sz="2800">
                <a:solidFill>
                  <a:schemeClr val="accent1"/>
                </a:solidFill>
                <a:latin typeface="Montserrat ExtraBold"/>
                <a:ea typeface="Montserrat ExtraBold"/>
                <a:cs typeface="Montserrat ExtraBold"/>
                <a:sym typeface="Montserrat ExtraBold"/>
              </a:defRPr>
            </a:lvl1pPr>
            <a:lvl2pPr lvl="1">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2pPr>
            <a:lvl3pPr lvl="2">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3pPr>
            <a:lvl4pPr lvl="3">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4pPr>
            <a:lvl5pPr lvl="4">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5pPr>
            <a:lvl6pPr lvl="5">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6pPr>
            <a:lvl7pPr lvl="6">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7pPr>
            <a:lvl8pPr lvl="7">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8pPr>
            <a:lvl9pPr lvl="8">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accent1"/>
              </a:buClr>
              <a:buSzPts val="1800"/>
              <a:buFont typeface="Montserrat"/>
              <a:buChar char="●"/>
              <a:defRPr sz="1800">
                <a:solidFill>
                  <a:schemeClr val="accent1"/>
                </a:solidFill>
                <a:latin typeface="Montserrat"/>
                <a:ea typeface="Montserrat"/>
                <a:cs typeface="Montserrat"/>
                <a:sym typeface="Montserrat"/>
              </a:defRPr>
            </a:lvl1pPr>
            <a:lvl2pPr indent="-317500" lvl="1" marL="9144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2pPr>
            <a:lvl3pPr indent="-317500" lvl="2" marL="13716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3pPr>
            <a:lvl4pPr indent="-317500" lvl="3" marL="18288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4pPr>
            <a:lvl5pPr indent="-317500" lvl="4" marL="22860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5pPr>
            <a:lvl6pPr indent="-317500" lvl="5" marL="27432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6pPr>
            <a:lvl7pPr indent="-317500" lvl="6" marL="32004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7pPr>
            <a:lvl8pPr indent="-317500" lvl="7" marL="36576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8pPr>
            <a:lvl9pPr indent="-317500" lvl="8" marL="4114800">
              <a:lnSpc>
                <a:spcPct val="100000"/>
              </a:lnSpc>
              <a:spcBef>
                <a:spcPts val="1600"/>
              </a:spcBef>
              <a:spcAft>
                <a:spcPts val="1600"/>
              </a:spcAft>
              <a:buClr>
                <a:schemeClr val="accent1"/>
              </a:buClr>
              <a:buSzPts val="1400"/>
              <a:buFont typeface="Montserrat"/>
              <a:buChar char="■"/>
              <a:defRPr>
                <a:solidFill>
                  <a:schemeClr val="accent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00237D"/>
            </a:gs>
            <a:gs pos="100000">
              <a:srgbClr val="011445"/>
            </a:gs>
          </a:gsLst>
          <a:path path="circle">
            <a:fillToRect b="50%" l="50%" r="50%" t="50%"/>
          </a:path>
          <a:tileRect/>
        </a:gradFill>
      </p:bgPr>
    </p:bg>
    <p:spTree>
      <p:nvGrpSpPr>
        <p:cNvPr id="325" name="Shape 325"/>
        <p:cNvGrpSpPr/>
        <p:nvPr/>
      </p:nvGrpSpPr>
      <p:grpSpPr>
        <a:xfrm>
          <a:off x="0" y="0"/>
          <a:ext cx="0" cy="0"/>
          <a:chOff x="0" y="0"/>
          <a:chExt cx="0" cy="0"/>
        </a:xfrm>
      </p:grpSpPr>
      <p:sp>
        <p:nvSpPr>
          <p:cNvPr id="326" name="Google Shape;326;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ontserrat ExtraBold"/>
              <a:buNone/>
              <a:defRPr sz="2800">
                <a:solidFill>
                  <a:schemeClr val="accent1"/>
                </a:solidFill>
                <a:latin typeface="Montserrat ExtraBold"/>
                <a:ea typeface="Montserrat ExtraBold"/>
                <a:cs typeface="Montserrat ExtraBold"/>
                <a:sym typeface="Montserrat ExtraBold"/>
              </a:defRPr>
            </a:lvl1pPr>
            <a:lvl2pPr lvl="1">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2pPr>
            <a:lvl3pPr lvl="2">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3pPr>
            <a:lvl4pPr lvl="3">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4pPr>
            <a:lvl5pPr lvl="4">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5pPr>
            <a:lvl6pPr lvl="5">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6pPr>
            <a:lvl7pPr lvl="6">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7pPr>
            <a:lvl8pPr lvl="7">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8pPr>
            <a:lvl9pPr lvl="8">
              <a:spcBef>
                <a:spcPts val="0"/>
              </a:spcBef>
              <a:spcAft>
                <a:spcPts val="0"/>
              </a:spcAft>
              <a:buClr>
                <a:schemeClr val="accent1"/>
              </a:buClr>
              <a:buSzPts val="2800"/>
              <a:buFont typeface="Montserrat Alternates"/>
              <a:buNone/>
              <a:defRPr b="1" sz="2800">
                <a:solidFill>
                  <a:schemeClr val="accent1"/>
                </a:solidFill>
                <a:latin typeface="Montserrat Alternates"/>
                <a:ea typeface="Montserrat Alternates"/>
                <a:cs typeface="Montserrat Alternates"/>
                <a:sym typeface="Montserrat Alternates"/>
              </a:defRPr>
            </a:lvl9pPr>
          </a:lstStyle>
          <a:p/>
        </p:txBody>
      </p:sp>
      <p:sp>
        <p:nvSpPr>
          <p:cNvPr id="327" name="Google Shape;327;p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accent1"/>
              </a:buClr>
              <a:buSzPts val="1800"/>
              <a:buFont typeface="Montserrat"/>
              <a:buChar char="●"/>
              <a:defRPr sz="1800">
                <a:solidFill>
                  <a:schemeClr val="accent1"/>
                </a:solidFill>
                <a:latin typeface="Montserrat"/>
                <a:ea typeface="Montserrat"/>
                <a:cs typeface="Montserrat"/>
                <a:sym typeface="Montserrat"/>
              </a:defRPr>
            </a:lvl1pPr>
            <a:lvl2pPr indent="-317500" lvl="1" marL="9144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2pPr>
            <a:lvl3pPr indent="-317500" lvl="2" marL="13716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3pPr>
            <a:lvl4pPr indent="-317500" lvl="3" marL="18288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4pPr>
            <a:lvl5pPr indent="-317500" lvl="4" marL="22860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5pPr>
            <a:lvl6pPr indent="-317500" lvl="5" marL="27432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6pPr>
            <a:lvl7pPr indent="-317500" lvl="6" marL="32004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7pPr>
            <a:lvl8pPr indent="-317500" lvl="7" marL="36576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8pPr>
            <a:lvl9pPr indent="-317500" lvl="8" marL="4114800">
              <a:lnSpc>
                <a:spcPct val="100000"/>
              </a:lnSpc>
              <a:spcBef>
                <a:spcPts val="1600"/>
              </a:spcBef>
              <a:spcAft>
                <a:spcPts val="1600"/>
              </a:spcAft>
              <a:buClr>
                <a:schemeClr val="accent1"/>
              </a:buClr>
              <a:buSzPts val="1400"/>
              <a:buFont typeface="Montserrat"/>
              <a:buChar char="■"/>
              <a:defRPr>
                <a:solidFill>
                  <a:schemeClr val="accent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 id="2147483734" r:id="rId30"/>
    <p:sldLayoutId id="2147483735" r:id="rId31"/>
    <p:sldLayoutId id="2147483736" r:id="rId32"/>
    <p:sldLayoutId id="2147483737" r:id="rId33"/>
    <p:sldLayoutId id="2147483738" r:id="rId34"/>
    <p:sldLayoutId id="2147483739" r:id="rId35"/>
    <p:sldLayoutId id="2147483740" r:id="rId36"/>
    <p:sldLayoutId id="2147483741" r:id="rId37"/>
    <p:sldLayoutId id="2147483742" r:id="rId38"/>
    <p:sldLayoutId id="2147483743" r:id="rId39"/>
    <p:sldLayoutId id="2147483744" r:id="rId40"/>
    <p:sldLayoutId id="2147483745" r:id="rId41"/>
    <p:sldLayoutId id="2147483746" r:id="rId42"/>
    <p:sldLayoutId id="2147483747" r:id="rId43"/>
    <p:sldLayoutId id="2147483748" r:id="rId44"/>
    <p:sldLayoutId id="2147483749" r:id="rId45"/>
    <p:sldLayoutId id="2147483750" r:id="rId46"/>
    <p:sldLayoutId id="2147483751"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6.xml"/><Relationship Id="rId3" Type="http://schemas.openxmlformats.org/officeDocument/2006/relationships/image" Target="../media/image14.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237D"/>
            </a:gs>
            <a:gs pos="100000">
              <a:srgbClr val="011445"/>
            </a:gs>
          </a:gsLst>
          <a:path path="circle">
            <a:fillToRect b="50%" l="50%" r="50%" t="50%"/>
          </a:path>
          <a:tileRect/>
        </a:gradFill>
      </p:bgPr>
    </p:bg>
    <p:spTree>
      <p:nvGrpSpPr>
        <p:cNvPr id="606" name="Shape 606"/>
        <p:cNvGrpSpPr/>
        <p:nvPr/>
      </p:nvGrpSpPr>
      <p:grpSpPr>
        <a:xfrm>
          <a:off x="0" y="0"/>
          <a:ext cx="0" cy="0"/>
          <a:chOff x="0" y="0"/>
          <a:chExt cx="0" cy="0"/>
        </a:xfrm>
      </p:grpSpPr>
      <p:pic>
        <p:nvPicPr>
          <p:cNvPr id="607" name="Google Shape;607;p108"/>
          <p:cNvPicPr preferRelativeResize="0"/>
          <p:nvPr/>
        </p:nvPicPr>
        <p:blipFill>
          <a:blip r:embed="rId3">
            <a:alphaModFix/>
          </a:blip>
          <a:stretch>
            <a:fillRect/>
          </a:stretch>
        </p:blipFill>
        <p:spPr>
          <a:xfrm>
            <a:off x="-1309512" y="-327229"/>
            <a:ext cx="4892424" cy="5406203"/>
          </a:xfrm>
          <a:prstGeom prst="rect">
            <a:avLst/>
          </a:prstGeom>
          <a:noFill/>
          <a:ln>
            <a:noFill/>
          </a:ln>
        </p:spPr>
      </p:pic>
      <p:pic>
        <p:nvPicPr>
          <p:cNvPr id="608" name="Google Shape;608;p108"/>
          <p:cNvPicPr preferRelativeResize="0"/>
          <p:nvPr/>
        </p:nvPicPr>
        <p:blipFill>
          <a:blip r:embed="rId3">
            <a:alphaModFix/>
          </a:blip>
          <a:stretch>
            <a:fillRect/>
          </a:stretch>
        </p:blipFill>
        <p:spPr>
          <a:xfrm flipH="1">
            <a:off x="5561088" y="-327229"/>
            <a:ext cx="4892424" cy="5406203"/>
          </a:xfrm>
          <a:prstGeom prst="rect">
            <a:avLst/>
          </a:prstGeom>
          <a:noFill/>
          <a:ln>
            <a:noFill/>
          </a:ln>
        </p:spPr>
      </p:pic>
      <p:sp>
        <p:nvSpPr>
          <p:cNvPr id="609" name="Google Shape;609;p108"/>
          <p:cNvSpPr txBox="1"/>
          <p:nvPr>
            <p:ph type="ctrTitle"/>
          </p:nvPr>
        </p:nvSpPr>
        <p:spPr>
          <a:xfrm>
            <a:off x="311708" y="66256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600">
                <a:solidFill>
                  <a:srgbClr val="FFFFFF"/>
                </a:solidFill>
                <a:latin typeface="Montserrat ExtraBold"/>
                <a:ea typeface="Montserrat ExtraBold"/>
                <a:cs typeface="Montserrat ExtraBold"/>
                <a:sym typeface="Montserrat ExtraBold"/>
              </a:rPr>
              <a:t>Sensing the World </a:t>
            </a:r>
            <a:endParaRPr sz="4600">
              <a:solidFill>
                <a:srgbClr val="FFFFFF"/>
              </a:solidFill>
              <a:latin typeface="Montserrat ExtraBold"/>
              <a:ea typeface="Montserrat ExtraBold"/>
              <a:cs typeface="Montserrat ExtraBold"/>
              <a:sym typeface="Montserrat ExtraBold"/>
            </a:endParaRPr>
          </a:p>
          <a:p>
            <a:pPr indent="0" lvl="0" marL="0" rtl="0" algn="ctr">
              <a:spcBef>
                <a:spcPts val="0"/>
              </a:spcBef>
              <a:spcAft>
                <a:spcPts val="0"/>
              </a:spcAft>
              <a:buNone/>
            </a:pPr>
            <a:r>
              <a:rPr lang="en" sz="4600">
                <a:solidFill>
                  <a:srgbClr val="FFFFFF"/>
                </a:solidFill>
                <a:latin typeface="Montserrat ExtraBold"/>
                <a:ea typeface="Montserrat ExtraBold"/>
                <a:cs typeface="Montserrat ExtraBold"/>
                <a:sym typeface="Montserrat ExtraBold"/>
              </a:rPr>
              <a:t>Presentation</a:t>
            </a:r>
            <a:endParaRPr sz="4600">
              <a:solidFill>
                <a:srgbClr val="FFFFFF"/>
              </a:solidFill>
              <a:latin typeface="Montserrat ExtraBold"/>
              <a:ea typeface="Montserrat ExtraBold"/>
              <a:cs typeface="Montserrat ExtraBold"/>
              <a:sym typeface="Montserrat ExtraBold"/>
            </a:endParaRPr>
          </a:p>
        </p:txBody>
      </p:sp>
      <p:sp>
        <p:nvSpPr>
          <p:cNvPr id="610" name="Google Shape;610;p108"/>
          <p:cNvSpPr txBox="1"/>
          <p:nvPr>
            <p:ph idx="1" type="subTitle"/>
          </p:nvPr>
        </p:nvSpPr>
        <p:spPr>
          <a:xfrm>
            <a:off x="311700" y="296300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500">
                <a:solidFill>
                  <a:schemeClr val="lt2"/>
                </a:solidFill>
                <a:latin typeface="Space Grotesk"/>
                <a:ea typeface="Space Grotesk"/>
                <a:cs typeface="Space Grotesk"/>
                <a:sym typeface="Space Grotesk"/>
              </a:rPr>
              <a:t>Meghan Tennant, Cal Stewart, and Kindah Qaissi</a:t>
            </a:r>
            <a:endParaRPr sz="2500">
              <a:solidFill>
                <a:schemeClr val="lt2"/>
              </a:solidFill>
              <a:latin typeface="Space Grotesk"/>
              <a:ea typeface="Space Grotesk"/>
              <a:cs typeface="Space Grotesk"/>
              <a:sym typeface="Space Grotes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607"/>
                                        </p:tgtEl>
                                        <p:attrNameLst>
                                          <p:attrName>style.visibility</p:attrName>
                                        </p:attrNameLst>
                                      </p:cBhvr>
                                      <p:to>
                                        <p:strVal val="visible"/>
                                      </p:to>
                                    </p:set>
                                    <p:anim calcmode="lin" valueType="num">
                                      <p:cBhvr additive="base">
                                        <p:cTn dur="1500"/>
                                        <p:tgtEl>
                                          <p:spTgt spid="607"/>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2">
                                  <p:stCondLst>
                                    <p:cond delay="0"/>
                                  </p:stCondLst>
                                  <p:childTnLst>
                                    <p:set>
                                      <p:cBhvr>
                                        <p:cTn dur="1" fill="hold">
                                          <p:stCondLst>
                                            <p:cond delay="0"/>
                                          </p:stCondLst>
                                        </p:cTn>
                                        <p:tgtEl>
                                          <p:spTgt spid="608"/>
                                        </p:tgtEl>
                                        <p:attrNameLst>
                                          <p:attrName>style.visibility</p:attrName>
                                        </p:attrNameLst>
                                      </p:cBhvr>
                                      <p:to>
                                        <p:strVal val="visible"/>
                                      </p:to>
                                    </p:set>
                                    <p:anim calcmode="lin" valueType="num">
                                      <p:cBhvr additive="base">
                                        <p:cTn dur="1500"/>
                                        <p:tgtEl>
                                          <p:spTgt spid="60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9"/>
          <p:cNvSpPr txBox="1"/>
          <p:nvPr>
            <p:ph idx="1" type="subTitle"/>
          </p:nvPr>
        </p:nvSpPr>
        <p:spPr>
          <a:xfrm>
            <a:off x="891850" y="1161955"/>
            <a:ext cx="5907600" cy="32394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FFFFF"/>
              </a:buClr>
              <a:buSzPts val="1800"/>
              <a:buFont typeface="Space Grotesk"/>
              <a:buChar char="●"/>
            </a:pPr>
            <a:r>
              <a:rPr lang="en" sz="1800">
                <a:solidFill>
                  <a:srgbClr val="FFFFFF"/>
                </a:solidFill>
                <a:latin typeface="Space Grotesk"/>
                <a:ea typeface="Space Grotesk"/>
                <a:cs typeface="Space Grotesk"/>
                <a:sym typeface="Space Grotesk"/>
              </a:rPr>
              <a:t>Objective: create a mechanism to automatically store and collect rainwater when rain is detected</a:t>
            </a:r>
            <a:endParaRPr sz="1800">
              <a:solidFill>
                <a:srgbClr val="FFFFFF"/>
              </a:solidFill>
              <a:latin typeface="Space Grotesk"/>
              <a:ea typeface="Space Grotesk"/>
              <a:cs typeface="Space Grotesk"/>
              <a:sym typeface="Space Grotesk"/>
            </a:endParaRPr>
          </a:p>
          <a:p>
            <a:pPr indent="-342900" lvl="0" marL="457200" rtl="0" algn="l">
              <a:lnSpc>
                <a:spcPct val="115000"/>
              </a:lnSpc>
              <a:spcBef>
                <a:spcPts val="1000"/>
              </a:spcBef>
              <a:spcAft>
                <a:spcPts val="1000"/>
              </a:spcAft>
              <a:buClr>
                <a:srgbClr val="FFFFFF"/>
              </a:buClr>
              <a:buSzPts val="1800"/>
              <a:buFont typeface="Space Grotesk"/>
              <a:buChar char="●"/>
            </a:pPr>
            <a:r>
              <a:rPr lang="en" sz="1800">
                <a:solidFill>
                  <a:srgbClr val="FFFFFF"/>
                </a:solidFill>
                <a:latin typeface="Space Grotesk"/>
                <a:ea typeface="Space Grotesk"/>
                <a:cs typeface="Space Grotesk"/>
                <a:sym typeface="Space Grotesk"/>
              </a:rPr>
              <a:t>When rain is detected, the hatch is opened to collect rainwater and the LED is turned on. When rain is not detected, the hatch remains closed, and the LED is turned off. We also added an override switch to manually open and close the hatch.</a:t>
            </a:r>
            <a:endParaRPr>
              <a:solidFill>
                <a:srgbClr val="FFFFFF"/>
              </a:solidFill>
              <a:latin typeface="Space Grotesk"/>
              <a:ea typeface="Space Grotesk"/>
              <a:cs typeface="Space Grotesk"/>
              <a:sym typeface="Space Grotesk"/>
            </a:endParaRPr>
          </a:p>
        </p:txBody>
      </p:sp>
      <p:sp>
        <p:nvSpPr>
          <p:cNvPr id="616" name="Google Shape;616;p109"/>
          <p:cNvSpPr txBox="1"/>
          <p:nvPr>
            <p:ph type="title"/>
          </p:nvPr>
        </p:nvSpPr>
        <p:spPr>
          <a:xfrm>
            <a:off x="968905" y="289344"/>
            <a:ext cx="7758000" cy="78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Introduction and Project Overview</a:t>
            </a:r>
            <a:endParaRPr sz="3200"/>
          </a:p>
          <a:p>
            <a:pPr indent="0" lvl="0" marL="0" rtl="0" algn="ctr">
              <a:spcBef>
                <a:spcPts val="0"/>
              </a:spcBef>
              <a:spcAft>
                <a:spcPts val="0"/>
              </a:spcAft>
              <a:buNone/>
            </a:pPr>
            <a:r>
              <a:t/>
            </a:r>
            <a:endParaRPr sz="3200"/>
          </a:p>
        </p:txBody>
      </p:sp>
      <p:sp>
        <p:nvSpPr>
          <p:cNvPr id="617" name="Google Shape;617;p109"/>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M</a:t>
            </a:r>
            <a:endParaRPr sz="1800">
              <a:solidFill>
                <a:schemeClr val="accent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616"/>
                                        </p:tgtEl>
                                        <p:attrNameLst>
                                          <p:attrName>style.visibility</p:attrName>
                                        </p:attrNameLst>
                                      </p:cBhvr>
                                      <p:to>
                                        <p:strVal val="visible"/>
                                      </p:to>
                                    </p:set>
                                    <p:anim calcmode="lin" valueType="num">
                                      <p:cBhvr additive="base">
                                        <p:cTn dur="1000"/>
                                        <p:tgtEl>
                                          <p:spTgt spid="616"/>
                                        </p:tgtEl>
                                        <p:attrNameLst>
                                          <p:attrName>ppt_w</p:attrName>
                                        </p:attrNameLst>
                                      </p:cBhvr>
                                      <p:tavLst>
                                        <p:tav fmla="" tm="0">
                                          <p:val>
                                            <p:strVal val="0"/>
                                          </p:val>
                                        </p:tav>
                                        <p:tav fmla="" tm="100000">
                                          <p:val>
                                            <p:strVal val="#ppt_w"/>
                                          </p:val>
                                        </p:tav>
                                      </p:tavLst>
                                    </p:anim>
                                    <p:anim calcmode="lin" valueType="num">
                                      <p:cBhvr additive="base">
                                        <p:cTn dur="1000"/>
                                        <p:tgtEl>
                                          <p:spTgt spid="61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10"/>
          <p:cNvSpPr txBox="1"/>
          <p:nvPr>
            <p:ph idx="4294967295" type="body"/>
          </p:nvPr>
        </p:nvSpPr>
        <p:spPr>
          <a:xfrm>
            <a:off x="692700" y="1152475"/>
            <a:ext cx="75597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Space Grotesk"/>
              <a:buChar char="●"/>
            </a:pPr>
            <a:r>
              <a:rPr lang="en" sz="2000">
                <a:solidFill>
                  <a:srgbClr val="FFFFFF"/>
                </a:solidFill>
                <a:latin typeface="Space Grotesk"/>
                <a:ea typeface="Space Grotesk"/>
                <a:cs typeface="Space Grotesk"/>
                <a:sym typeface="Space Grotesk"/>
              </a:rPr>
              <a:t>Input 1: Rain </a:t>
            </a:r>
            <a:r>
              <a:rPr lang="en" sz="2000">
                <a:solidFill>
                  <a:srgbClr val="FFFFFF"/>
                </a:solidFill>
                <a:latin typeface="Space Grotesk"/>
                <a:ea typeface="Space Grotesk"/>
                <a:cs typeface="Space Grotesk"/>
                <a:sym typeface="Space Grotesk"/>
              </a:rPr>
              <a:t>s</a:t>
            </a:r>
            <a:r>
              <a:rPr lang="en" sz="2000">
                <a:solidFill>
                  <a:srgbClr val="FFFFFF"/>
                </a:solidFill>
                <a:latin typeface="Space Grotesk"/>
                <a:ea typeface="Space Grotesk"/>
                <a:cs typeface="Space Grotesk"/>
                <a:sym typeface="Space Grotesk"/>
              </a:rPr>
              <a:t>ensor (A0/GPIO 1)</a:t>
            </a:r>
            <a:endParaRPr sz="2000">
              <a:solidFill>
                <a:srgbClr val="FFFFFF"/>
              </a:solidFill>
              <a:latin typeface="Space Grotesk"/>
              <a:ea typeface="Space Grotesk"/>
              <a:cs typeface="Space Grotesk"/>
              <a:sym typeface="Space Grotesk"/>
            </a:endParaRPr>
          </a:p>
          <a:p>
            <a:pPr indent="-330200" lvl="1" marL="914400" rtl="0" algn="l">
              <a:spcBef>
                <a:spcPts val="1600"/>
              </a:spcBef>
              <a:spcAft>
                <a:spcPts val="0"/>
              </a:spcAft>
              <a:buClr>
                <a:srgbClr val="FFFFFF"/>
              </a:buClr>
              <a:buSzPts val="1600"/>
              <a:buFont typeface="Space Grotesk"/>
              <a:buChar char="○"/>
            </a:pPr>
            <a:r>
              <a:rPr lang="en" sz="1600">
                <a:solidFill>
                  <a:srgbClr val="FFFFFF"/>
                </a:solidFill>
                <a:latin typeface="Space Grotesk"/>
                <a:ea typeface="Space Grotesk"/>
                <a:cs typeface="Space Grotesk"/>
                <a:sym typeface="Space Grotesk"/>
              </a:rPr>
              <a:t>Activates on dropping below voltage threshold (1.5V) via wetness</a:t>
            </a:r>
            <a:endParaRPr sz="1600">
              <a:solidFill>
                <a:srgbClr val="FFFFFF"/>
              </a:solidFill>
              <a:latin typeface="Space Grotesk"/>
              <a:ea typeface="Space Grotesk"/>
              <a:cs typeface="Space Grotesk"/>
              <a:sym typeface="Space Grotesk"/>
            </a:endParaRPr>
          </a:p>
          <a:p>
            <a:pPr indent="-355600" lvl="0" marL="457200" rtl="0" algn="l">
              <a:spcBef>
                <a:spcPts val="1600"/>
              </a:spcBef>
              <a:spcAft>
                <a:spcPts val="0"/>
              </a:spcAft>
              <a:buClr>
                <a:srgbClr val="FFFFFF"/>
              </a:buClr>
              <a:buSzPts val="2000"/>
              <a:buFont typeface="Space Grotesk"/>
              <a:buChar char="●"/>
            </a:pPr>
            <a:r>
              <a:rPr lang="en" sz="2000">
                <a:solidFill>
                  <a:srgbClr val="FFFFFF"/>
                </a:solidFill>
                <a:latin typeface="Space Grotesk"/>
                <a:ea typeface="Space Grotesk"/>
                <a:cs typeface="Space Grotesk"/>
                <a:sym typeface="Space Grotesk"/>
              </a:rPr>
              <a:t>Input 2: Custom IED </a:t>
            </a:r>
            <a:r>
              <a:rPr lang="en" sz="2000">
                <a:solidFill>
                  <a:srgbClr val="FFFFFF"/>
                </a:solidFill>
                <a:latin typeface="Space Grotesk"/>
                <a:ea typeface="Space Grotesk"/>
                <a:cs typeface="Space Grotesk"/>
                <a:sym typeface="Space Grotesk"/>
              </a:rPr>
              <a:t>s</a:t>
            </a:r>
            <a:r>
              <a:rPr lang="en" sz="2000">
                <a:solidFill>
                  <a:srgbClr val="FFFFFF"/>
                </a:solidFill>
                <a:latin typeface="Space Grotesk"/>
                <a:ea typeface="Space Grotesk"/>
                <a:cs typeface="Space Grotesk"/>
                <a:sym typeface="Space Grotesk"/>
              </a:rPr>
              <a:t>ensor mask (A1/GPIO 2 and 3V3)</a:t>
            </a:r>
            <a:endParaRPr sz="2000">
              <a:solidFill>
                <a:srgbClr val="FFFFFF"/>
              </a:solidFill>
              <a:latin typeface="Space Grotesk"/>
              <a:ea typeface="Space Grotesk"/>
              <a:cs typeface="Space Grotesk"/>
              <a:sym typeface="Space Grotesk"/>
            </a:endParaRPr>
          </a:p>
          <a:p>
            <a:pPr indent="-330200" lvl="1" marL="914400" rtl="0" algn="l">
              <a:spcBef>
                <a:spcPts val="1600"/>
              </a:spcBef>
              <a:spcAft>
                <a:spcPts val="0"/>
              </a:spcAft>
              <a:buClr>
                <a:srgbClr val="FFFFFF"/>
              </a:buClr>
              <a:buSzPts val="1600"/>
              <a:buFont typeface="Space Grotesk"/>
              <a:buChar char="○"/>
            </a:pPr>
            <a:r>
              <a:rPr lang="en" sz="1600">
                <a:solidFill>
                  <a:srgbClr val="FFFFFF"/>
                </a:solidFill>
                <a:latin typeface="Space Grotesk"/>
                <a:ea typeface="Space Grotesk"/>
                <a:cs typeface="Space Grotesk"/>
                <a:sym typeface="Space Grotesk"/>
              </a:rPr>
              <a:t>Activates on certain ohm range that theoretically shifts on ohm range*</a:t>
            </a:r>
            <a:endParaRPr sz="1600">
              <a:solidFill>
                <a:srgbClr val="FFFFFF"/>
              </a:solidFill>
              <a:latin typeface="Space Grotesk"/>
              <a:ea typeface="Space Grotesk"/>
              <a:cs typeface="Space Grotesk"/>
              <a:sym typeface="Space Grotesk"/>
            </a:endParaRPr>
          </a:p>
          <a:p>
            <a:pPr indent="-355600" lvl="0" marL="457200" rtl="0" algn="l">
              <a:spcBef>
                <a:spcPts val="1600"/>
              </a:spcBef>
              <a:spcAft>
                <a:spcPts val="0"/>
              </a:spcAft>
              <a:buClr>
                <a:srgbClr val="FFFFFF"/>
              </a:buClr>
              <a:buSzPts val="2000"/>
              <a:buFont typeface="Space Grotesk"/>
              <a:buChar char="●"/>
            </a:pPr>
            <a:r>
              <a:rPr lang="en" sz="2000">
                <a:solidFill>
                  <a:srgbClr val="FFFFFF"/>
                </a:solidFill>
                <a:latin typeface="Space Grotesk"/>
                <a:ea typeface="Space Grotesk"/>
                <a:cs typeface="Space Grotesk"/>
                <a:sym typeface="Space Grotesk"/>
              </a:rPr>
              <a:t>Input 3: Manual switch (D2/GPIO 5)</a:t>
            </a:r>
            <a:endParaRPr sz="2000">
              <a:solidFill>
                <a:srgbClr val="FFFFFF"/>
              </a:solidFill>
              <a:latin typeface="Space Grotesk"/>
              <a:ea typeface="Space Grotesk"/>
              <a:cs typeface="Space Grotesk"/>
              <a:sym typeface="Space Grotesk"/>
            </a:endParaRPr>
          </a:p>
          <a:p>
            <a:pPr indent="-330200" lvl="1" marL="914400" rtl="0" algn="l">
              <a:spcBef>
                <a:spcPts val="1600"/>
              </a:spcBef>
              <a:spcAft>
                <a:spcPts val="1600"/>
              </a:spcAft>
              <a:buClr>
                <a:srgbClr val="FFFFFF"/>
              </a:buClr>
              <a:buSzPts val="1600"/>
              <a:buFont typeface="Space Grotesk"/>
              <a:buChar char="○"/>
            </a:pPr>
            <a:r>
              <a:rPr lang="en" sz="1600">
                <a:solidFill>
                  <a:srgbClr val="FFFFFF"/>
                </a:solidFill>
                <a:latin typeface="Space Grotesk"/>
                <a:ea typeface="Space Grotesk"/>
                <a:cs typeface="Space Grotesk"/>
                <a:sym typeface="Space Grotesk"/>
              </a:rPr>
              <a:t>Activates on button hold, deactivates on release</a:t>
            </a:r>
            <a:endParaRPr sz="1600">
              <a:solidFill>
                <a:srgbClr val="FFFFFF"/>
              </a:solidFill>
              <a:latin typeface="Space Grotesk"/>
              <a:ea typeface="Space Grotesk"/>
              <a:cs typeface="Space Grotesk"/>
              <a:sym typeface="Space Grotesk"/>
            </a:endParaRPr>
          </a:p>
        </p:txBody>
      </p:sp>
      <p:sp>
        <p:nvSpPr>
          <p:cNvPr id="623" name="Google Shape;623;p110"/>
          <p:cNvSpPr txBox="1"/>
          <p:nvPr>
            <p:ph type="title"/>
          </p:nvPr>
        </p:nvSpPr>
        <p:spPr>
          <a:xfrm>
            <a:off x="693005" y="362815"/>
            <a:ext cx="7758000" cy="78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Implementation Overview</a:t>
            </a:r>
            <a:endParaRPr sz="3200"/>
          </a:p>
          <a:p>
            <a:pPr indent="0" lvl="0" marL="0" rtl="0" algn="l">
              <a:spcBef>
                <a:spcPts val="0"/>
              </a:spcBef>
              <a:spcAft>
                <a:spcPts val="0"/>
              </a:spcAft>
              <a:buNone/>
            </a:pPr>
            <a:r>
              <a:t/>
            </a:r>
            <a:endParaRPr sz="3200"/>
          </a:p>
        </p:txBody>
      </p:sp>
      <p:sp>
        <p:nvSpPr>
          <p:cNvPr id="624" name="Google Shape;624;p110"/>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K</a:t>
            </a:r>
            <a:endParaRPr sz="1800">
              <a:solidFill>
                <a:schemeClr val="accent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111"/>
          <p:cNvSpPr txBox="1"/>
          <p:nvPr>
            <p:ph idx="4294967295" type="body"/>
          </p:nvPr>
        </p:nvSpPr>
        <p:spPr>
          <a:xfrm>
            <a:off x="692700" y="1152475"/>
            <a:ext cx="75597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lt1"/>
              </a:buClr>
              <a:buSzPts val="2000"/>
              <a:buFont typeface="Space Grotesk"/>
              <a:buChar char="●"/>
            </a:pPr>
            <a:r>
              <a:rPr lang="en" sz="2000">
                <a:solidFill>
                  <a:schemeClr val="lt1"/>
                </a:solidFill>
                <a:latin typeface="Space Grotesk"/>
                <a:ea typeface="Space Grotesk"/>
                <a:cs typeface="Space Grotesk"/>
                <a:sym typeface="Space Grotesk"/>
              </a:rPr>
              <a:t>Output 1: Stepper motor (D3,4,5,6/GPIO 6,7,8,9)</a:t>
            </a:r>
            <a:endParaRPr sz="2000">
              <a:solidFill>
                <a:schemeClr val="lt1"/>
              </a:solidFill>
              <a:latin typeface="Space Grotesk"/>
              <a:ea typeface="Space Grotesk"/>
              <a:cs typeface="Space Grotesk"/>
              <a:sym typeface="Space Grotesk"/>
            </a:endParaRPr>
          </a:p>
          <a:p>
            <a:pPr indent="-330200" lvl="1" marL="914400" rtl="0" algn="l">
              <a:spcBef>
                <a:spcPts val="1600"/>
              </a:spcBef>
              <a:spcAft>
                <a:spcPts val="0"/>
              </a:spcAft>
              <a:buClr>
                <a:schemeClr val="lt1"/>
              </a:buClr>
              <a:buSzPts val="1600"/>
              <a:buFont typeface="Space Grotesk"/>
              <a:buChar char="○"/>
            </a:pPr>
            <a:r>
              <a:rPr lang="en" sz="1600">
                <a:solidFill>
                  <a:schemeClr val="lt1"/>
                </a:solidFill>
                <a:latin typeface="Space Grotesk"/>
                <a:ea typeface="Space Grotesk"/>
                <a:cs typeface="Space Grotesk"/>
                <a:sym typeface="Space Grotesk"/>
              </a:rPr>
              <a:t>Takes one of any three inputs and rotates 90 degrees, stays until release</a:t>
            </a:r>
            <a:endParaRPr sz="1600">
              <a:solidFill>
                <a:schemeClr val="lt1"/>
              </a:solidFill>
              <a:latin typeface="Space Grotesk"/>
              <a:ea typeface="Space Grotesk"/>
              <a:cs typeface="Space Grotesk"/>
              <a:sym typeface="Space Grotesk"/>
            </a:endParaRPr>
          </a:p>
          <a:p>
            <a:pPr indent="-355600" lvl="0" marL="457200" rtl="0" algn="l">
              <a:spcBef>
                <a:spcPts val="1600"/>
              </a:spcBef>
              <a:spcAft>
                <a:spcPts val="0"/>
              </a:spcAft>
              <a:buClr>
                <a:schemeClr val="lt1"/>
              </a:buClr>
              <a:buSzPts val="2000"/>
              <a:buFont typeface="Space Grotesk"/>
              <a:buChar char="●"/>
            </a:pPr>
            <a:r>
              <a:rPr lang="en" sz="2000">
                <a:solidFill>
                  <a:schemeClr val="lt1"/>
                </a:solidFill>
                <a:latin typeface="Space Grotesk"/>
                <a:ea typeface="Space Grotesk"/>
                <a:cs typeface="Space Grotesk"/>
                <a:sym typeface="Space Grotesk"/>
              </a:rPr>
              <a:t>Output 2: LED (D7/GPIO 10)</a:t>
            </a:r>
            <a:endParaRPr sz="2000">
              <a:solidFill>
                <a:schemeClr val="lt1"/>
              </a:solidFill>
              <a:latin typeface="Space Grotesk"/>
              <a:ea typeface="Space Grotesk"/>
              <a:cs typeface="Space Grotesk"/>
              <a:sym typeface="Space Grotesk"/>
            </a:endParaRPr>
          </a:p>
          <a:p>
            <a:pPr indent="-330200" lvl="1" marL="914400" rtl="0" algn="l">
              <a:spcBef>
                <a:spcPts val="1600"/>
              </a:spcBef>
              <a:spcAft>
                <a:spcPts val="0"/>
              </a:spcAft>
              <a:buClr>
                <a:schemeClr val="lt1"/>
              </a:buClr>
              <a:buSzPts val="1600"/>
              <a:buFont typeface="Space Grotesk"/>
              <a:buChar char="○"/>
            </a:pPr>
            <a:r>
              <a:rPr lang="en" sz="1600">
                <a:solidFill>
                  <a:schemeClr val="lt1"/>
                </a:solidFill>
                <a:latin typeface="Space Grotesk"/>
                <a:ea typeface="Space Grotesk"/>
                <a:cs typeface="Space Grotesk"/>
                <a:sym typeface="Space Grotesk"/>
              </a:rPr>
              <a:t>Activates when any one of three inputs is detected</a:t>
            </a:r>
            <a:endParaRPr sz="1600">
              <a:solidFill>
                <a:schemeClr val="lt1"/>
              </a:solidFill>
              <a:latin typeface="Space Grotesk"/>
              <a:ea typeface="Space Grotesk"/>
              <a:cs typeface="Space Grotesk"/>
              <a:sym typeface="Space Grotesk"/>
            </a:endParaRPr>
          </a:p>
          <a:p>
            <a:pPr indent="-330200" lvl="1" marL="914400" rtl="0" algn="l">
              <a:spcBef>
                <a:spcPts val="1600"/>
              </a:spcBef>
              <a:spcAft>
                <a:spcPts val="0"/>
              </a:spcAft>
              <a:buClr>
                <a:schemeClr val="lt1"/>
              </a:buClr>
              <a:buSzPts val="1600"/>
              <a:buFont typeface="Space Grotesk"/>
              <a:buChar char="○"/>
            </a:pPr>
            <a:r>
              <a:rPr lang="en" sz="1600">
                <a:solidFill>
                  <a:schemeClr val="lt1"/>
                </a:solidFill>
                <a:latin typeface="Space Grotesk"/>
                <a:ea typeface="Space Grotesk"/>
                <a:cs typeface="Space Grotesk"/>
                <a:sym typeface="Space Grotesk"/>
              </a:rPr>
              <a:t>Deactivates on release</a:t>
            </a:r>
            <a:endParaRPr sz="1600">
              <a:solidFill>
                <a:schemeClr val="lt1"/>
              </a:solidFill>
              <a:latin typeface="Space Grotesk"/>
              <a:ea typeface="Space Grotesk"/>
              <a:cs typeface="Space Grotesk"/>
              <a:sym typeface="Space Grotesk"/>
            </a:endParaRPr>
          </a:p>
          <a:p>
            <a:pPr indent="0" lvl="0" marL="0" rtl="0" algn="l">
              <a:spcBef>
                <a:spcPts val="1600"/>
              </a:spcBef>
              <a:spcAft>
                <a:spcPts val="0"/>
              </a:spcAft>
              <a:buNone/>
            </a:pPr>
            <a:r>
              <a:t/>
            </a:r>
            <a:endParaRPr sz="2000">
              <a:solidFill>
                <a:srgbClr val="FFFFFF"/>
              </a:solidFill>
              <a:latin typeface="Space Grotesk"/>
              <a:ea typeface="Space Grotesk"/>
              <a:cs typeface="Space Grotesk"/>
              <a:sym typeface="Space Grotesk"/>
            </a:endParaRPr>
          </a:p>
          <a:p>
            <a:pPr indent="0" lvl="0" marL="0" rtl="0" algn="l">
              <a:spcBef>
                <a:spcPts val="1600"/>
              </a:spcBef>
              <a:spcAft>
                <a:spcPts val="1600"/>
              </a:spcAft>
              <a:buNone/>
            </a:pPr>
            <a:r>
              <a:rPr lang="en" sz="2000">
                <a:solidFill>
                  <a:srgbClr val="FFFFFF"/>
                </a:solidFill>
                <a:latin typeface="Space Grotesk"/>
                <a:ea typeface="Space Grotesk"/>
                <a:cs typeface="Space Grotesk"/>
                <a:sym typeface="Space Grotesk"/>
              </a:rPr>
              <a:t>Hold element</a:t>
            </a:r>
            <a:endParaRPr sz="2000">
              <a:solidFill>
                <a:srgbClr val="FFFFFF"/>
              </a:solidFill>
              <a:latin typeface="Space Grotesk"/>
              <a:ea typeface="Space Grotesk"/>
              <a:cs typeface="Space Grotesk"/>
              <a:sym typeface="Space Grotesk"/>
            </a:endParaRPr>
          </a:p>
        </p:txBody>
      </p:sp>
      <p:sp>
        <p:nvSpPr>
          <p:cNvPr id="630" name="Google Shape;630;p111"/>
          <p:cNvSpPr txBox="1"/>
          <p:nvPr>
            <p:ph type="title"/>
          </p:nvPr>
        </p:nvSpPr>
        <p:spPr>
          <a:xfrm>
            <a:off x="693005" y="362815"/>
            <a:ext cx="7758000" cy="78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Implementation Overview</a:t>
            </a:r>
            <a:endParaRPr sz="3200"/>
          </a:p>
          <a:p>
            <a:pPr indent="0" lvl="0" marL="0" rtl="0" algn="l">
              <a:spcBef>
                <a:spcPts val="0"/>
              </a:spcBef>
              <a:spcAft>
                <a:spcPts val="0"/>
              </a:spcAft>
              <a:buNone/>
            </a:pPr>
            <a:r>
              <a:t/>
            </a:r>
            <a:endParaRPr sz="3200"/>
          </a:p>
        </p:txBody>
      </p:sp>
      <p:sp>
        <p:nvSpPr>
          <p:cNvPr id="631" name="Google Shape;631;p111"/>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K</a:t>
            </a:r>
            <a:endParaRPr sz="1800">
              <a:solidFill>
                <a:schemeClr val="accent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12"/>
          <p:cNvSpPr txBox="1"/>
          <p:nvPr>
            <p:ph type="title"/>
          </p:nvPr>
        </p:nvSpPr>
        <p:spPr>
          <a:xfrm>
            <a:off x="1586850" y="378225"/>
            <a:ext cx="5970300" cy="51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Implemented Prototype</a:t>
            </a:r>
            <a:endParaRPr sz="3200"/>
          </a:p>
        </p:txBody>
      </p:sp>
      <p:pic>
        <p:nvPicPr>
          <p:cNvPr id="637" name="Google Shape;637;p112" title="IMG_9501.jpg"/>
          <p:cNvPicPr preferRelativeResize="0"/>
          <p:nvPr/>
        </p:nvPicPr>
        <p:blipFill>
          <a:blip r:embed="rId3">
            <a:alphaModFix/>
          </a:blip>
          <a:stretch>
            <a:fillRect/>
          </a:stretch>
        </p:blipFill>
        <p:spPr>
          <a:xfrm>
            <a:off x="426625" y="1224950"/>
            <a:ext cx="4537098" cy="3402824"/>
          </a:xfrm>
          <a:prstGeom prst="rect">
            <a:avLst/>
          </a:prstGeom>
          <a:noFill/>
          <a:ln>
            <a:noFill/>
          </a:ln>
        </p:spPr>
      </p:pic>
      <p:sp>
        <p:nvSpPr>
          <p:cNvPr id="638" name="Google Shape;638;p112"/>
          <p:cNvSpPr txBox="1"/>
          <p:nvPr/>
        </p:nvSpPr>
        <p:spPr>
          <a:xfrm>
            <a:off x="5397850" y="1784675"/>
            <a:ext cx="3183300" cy="20127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accent1"/>
              </a:buClr>
              <a:buSzPts val="2000"/>
              <a:buFont typeface="Montserrat"/>
              <a:buChar char="-"/>
            </a:pPr>
            <a:r>
              <a:rPr lang="en" sz="2000">
                <a:solidFill>
                  <a:schemeClr val="accent1"/>
                </a:solidFill>
                <a:latin typeface="Montserrat"/>
                <a:ea typeface="Montserrat"/>
                <a:cs typeface="Montserrat"/>
                <a:sym typeface="Montserrat"/>
              </a:rPr>
              <a:t>Reinforcement of the lid was </a:t>
            </a:r>
            <a:r>
              <a:rPr lang="en" sz="2000">
                <a:solidFill>
                  <a:schemeClr val="accent1"/>
                </a:solidFill>
                <a:latin typeface="Montserrat"/>
                <a:ea typeface="Montserrat"/>
                <a:cs typeface="Montserrat"/>
                <a:sym typeface="Montserrat"/>
              </a:rPr>
              <a:t>necessary</a:t>
            </a:r>
            <a:endParaRPr sz="2000">
              <a:solidFill>
                <a:schemeClr val="accent1"/>
              </a:solidFill>
              <a:latin typeface="Montserrat"/>
              <a:ea typeface="Montserrat"/>
              <a:cs typeface="Montserrat"/>
              <a:sym typeface="Montserrat"/>
            </a:endParaRPr>
          </a:p>
          <a:p>
            <a:pPr indent="-355600" lvl="0" marL="457200" rtl="0" algn="l">
              <a:lnSpc>
                <a:spcPct val="115000"/>
              </a:lnSpc>
              <a:spcBef>
                <a:spcPts val="1000"/>
              </a:spcBef>
              <a:spcAft>
                <a:spcPts val="1000"/>
              </a:spcAft>
              <a:buClr>
                <a:schemeClr val="accent1"/>
              </a:buClr>
              <a:buSzPts val="2000"/>
              <a:buFont typeface="Montserrat"/>
              <a:buChar char="-"/>
            </a:pPr>
            <a:r>
              <a:rPr lang="en" sz="2000">
                <a:solidFill>
                  <a:schemeClr val="accent1"/>
                </a:solidFill>
                <a:latin typeface="Montserrat"/>
                <a:ea typeface="Montserrat"/>
                <a:cs typeface="Montserrat"/>
                <a:sym typeface="Montserrat"/>
              </a:rPr>
              <a:t>Theoretically Waterproof</a:t>
            </a:r>
            <a:endParaRPr sz="2000">
              <a:solidFill>
                <a:schemeClr val="accent1"/>
              </a:solidFill>
              <a:latin typeface="Montserrat"/>
              <a:ea typeface="Montserrat"/>
              <a:cs typeface="Montserrat"/>
              <a:sym typeface="Montserrat"/>
            </a:endParaRPr>
          </a:p>
        </p:txBody>
      </p:sp>
      <p:sp>
        <p:nvSpPr>
          <p:cNvPr id="639" name="Google Shape;639;p112"/>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C</a:t>
            </a:r>
            <a:endParaRPr sz="1800">
              <a:solidFill>
                <a:schemeClr val="accen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pic>
        <p:nvPicPr>
          <p:cNvPr id="644" name="Google Shape;644;p113" title="IMG_9502.jpg"/>
          <p:cNvPicPr preferRelativeResize="0"/>
          <p:nvPr/>
        </p:nvPicPr>
        <p:blipFill>
          <a:blip r:embed="rId3">
            <a:alphaModFix/>
          </a:blip>
          <a:stretch>
            <a:fillRect/>
          </a:stretch>
        </p:blipFill>
        <p:spPr>
          <a:xfrm>
            <a:off x="534853" y="979172"/>
            <a:ext cx="2771355" cy="3695150"/>
          </a:xfrm>
          <a:prstGeom prst="rect">
            <a:avLst/>
          </a:prstGeom>
          <a:noFill/>
          <a:ln>
            <a:noFill/>
          </a:ln>
        </p:spPr>
      </p:pic>
      <p:pic>
        <p:nvPicPr>
          <p:cNvPr id="645" name="Google Shape;645;p113" title="Screenshot 2026-09-30 145524.png"/>
          <p:cNvPicPr preferRelativeResize="0"/>
          <p:nvPr/>
        </p:nvPicPr>
        <p:blipFill>
          <a:blip r:embed="rId4">
            <a:alphaModFix/>
          </a:blip>
          <a:stretch>
            <a:fillRect/>
          </a:stretch>
        </p:blipFill>
        <p:spPr>
          <a:xfrm>
            <a:off x="3909977" y="926856"/>
            <a:ext cx="4546750" cy="3776350"/>
          </a:xfrm>
          <a:prstGeom prst="rect">
            <a:avLst/>
          </a:prstGeom>
          <a:noFill/>
          <a:ln>
            <a:noFill/>
          </a:ln>
        </p:spPr>
      </p:pic>
      <p:sp>
        <p:nvSpPr>
          <p:cNvPr id="646" name="Google Shape;646;p113"/>
          <p:cNvSpPr txBox="1"/>
          <p:nvPr/>
        </p:nvSpPr>
        <p:spPr>
          <a:xfrm>
            <a:off x="715350" y="196625"/>
            <a:ext cx="7713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200">
                <a:solidFill>
                  <a:schemeClr val="lt1"/>
                </a:solidFill>
                <a:latin typeface="Montserrat ExtraBold"/>
                <a:ea typeface="Montserrat ExtraBold"/>
                <a:cs typeface="Montserrat ExtraBold"/>
                <a:sym typeface="Montserrat ExtraBold"/>
              </a:rPr>
              <a:t>Breadboard and Circuit Diagram</a:t>
            </a:r>
            <a:endParaRPr sz="3200">
              <a:solidFill>
                <a:schemeClr val="lt1"/>
              </a:solidFill>
              <a:latin typeface="Montserrat ExtraBold"/>
              <a:ea typeface="Montserrat ExtraBold"/>
              <a:cs typeface="Montserrat ExtraBold"/>
              <a:sym typeface="Montserrat ExtraBold"/>
            </a:endParaRPr>
          </a:p>
        </p:txBody>
      </p:sp>
      <p:sp>
        <p:nvSpPr>
          <p:cNvPr id="647" name="Google Shape;647;p113"/>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K</a:t>
            </a:r>
            <a:endParaRPr sz="1800">
              <a:solidFill>
                <a:schemeClr val="accen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14"/>
          <p:cNvSpPr txBox="1"/>
          <p:nvPr/>
        </p:nvSpPr>
        <p:spPr>
          <a:xfrm>
            <a:off x="1238250" y="394159"/>
            <a:ext cx="66675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 sz="3200">
                <a:solidFill>
                  <a:srgbClr val="FFFFFF"/>
                </a:solidFill>
                <a:latin typeface="Montserrat ExtraBold"/>
                <a:ea typeface="Montserrat ExtraBold"/>
                <a:cs typeface="Montserrat ExtraBold"/>
                <a:sym typeface="Montserrat ExtraBold"/>
              </a:rPr>
              <a:t>Use of AI</a:t>
            </a:r>
            <a:endParaRPr b="0" sz="3200">
              <a:solidFill>
                <a:srgbClr val="FFFFFF"/>
              </a:solidFill>
              <a:latin typeface="Montserrat ExtraBold"/>
              <a:ea typeface="Montserrat ExtraBold"/>
              <a:cs typeface="Montserrat ExtraBold"/>
              <a:sym typeface="Montserrat ExtraBold"/>
            </a:endParaRPr>
          </a:p>
        </p:txBody>
      </p:sp>
      <p:grpSp>
        <p:nvGrpSpPr>
          <p:cNvPr id="653" name="Google Shape;653;p114"/>
          <p:cNvGrpSpPr/>
          <p:nvPr/>
        </p:nvGrpSpPr>
        <p:grpSpPr>
          <a:xfrm>
            <a:off x="952500" y="1428750"/>
            <a:ext cx="7239000" cy="2286000"/>
            <a:chOff x="952500" y="1428750"/>
            <a:chExt cx="7239000" cy="2286000"/>
          </a:xfrm>
        </p:grpSpPr>
        <p:grpSp>
          <p:nvGrpSpPr>
            <p:cNvPr id="654" name="Google Shape;654;p114"/>
            <p:cNvGrpSpPr/>
            <p:nvPr/>
          </p:nvGrpSpPr>
          <p:grpSpPr>
            <a:xfrm>
              <a:off x="952500" y="1428750"/>
              <a:ext cx="3429000" cy="2286000"/>
              <a:chOff x="0" y="0"/>
              <a:chExt cx="3429000" cy="2286000"/>
            </a:xfrm>
          </p:grpSpPr>
          <p:sp>
            <p:nvSpPr>
              <p:cNvPr id="655" name="Google Shape;655;p114"/>
              <p:cNvSpPr/>
              <p:nvPr/>
            </p:nvSpPr>
            <p:spPr>
              <a:xfrm>
                <a:off x="0" y="0"/>
                <a:ext cx="3429000" cy="2286000"/>
              </a:xfrm>
              <a:prstGeom prst="roundRect">
                <a:avLst>
                  <a:gd fmla="val 6666" name="adj"/>
                </a:avLst>
              </a:prstGeom>
              <a:solidFill>
                <a:srgbClr val="011956">
                  <a:alpha val="65000"/>
                </a:srgbClr>
              </a:solidFill>
              <a:ln cap="flat" cmpd="sng" w="14300">
                <a:solidFill>
                  <a:srgbClr val="06BAD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114"/>
              <p:cNvSpPr txBox="1"/>
              <p:nvPr/>
            </p:nvSpPr>
            <p:spPr>
              <a:xfrm>
                <a:off x="0" y="0"/>
                <a:ext cx="3429000" cy="2286000"/>
              </a:xfrm>
              <a:prstGeom prst="rect">
                <a:avLst/>
              </a:prstGeom>
              <a:noFill/>
              <a:ln>
                <a:noFill/>
              </a:ln>
            </p:spPr>
            <p:txBody>
              <a:bodyPr anchorCtr="0" anchor="t" bIns="266700" lIns="228600" spcFirstLastPara="1" rIns="228600" wrap="square" tIns="266700">
                <a:noAutofit/>
              </a:bodyPr>
              <a:lstStyle/>
              <a:p>
                <a:pPr indent="0" lvl="0" marL="0" rtl="0" algn="l">
                  <a:spcBef>
                    <a:spcPts val="0"/>
                  </a:spcBef>
                  <a:spcAft>
                    <a:spcPts val="0"/>
                  </a:spcAft>
                  <a:buNone/>
                </a:pPr>
                <a:r>
                  <a:rPr lang="en" sz="3600">
                    <a:solidFill>
                      <a:srgbClr val="06BAD6"/>
                    </a:solidFill>
                    <a:latin typeface="Material Icons"/>
                    <a:ea typeface="Material Icons"/>
                    <a:cs typeface="Material Icons"/>
                    <a:sym typeface="Material Icons"/>
                  </a:rPr>
                  <a:t>code</a:t>
                </a:r>
                <a:endParaRPr sz="3600">
                  <a:solidFill>
                    <a:srgbClr val="06BAD6"/>
                  </a:solidFill>
                  <a:latin typeface="Material Icons"/>
                  <a:ea typeface="Material Icons"/>
                  <a:cs typeface="Material Icons"/>
                  <a:sym typeface="Material Icons"/>
                </a:endParaRPr>
              </a:p>
              <a:p>
                <a:pPr indent="0" lvl="0" marL="0" rtl="0" algn="l">
                  <a:spcBef>
                    <a:spcPts val="900"/>
                  </a:spcBef>
                  <a:spcAft>
                    <a:spcPts val="0"/>
                  </a:spcAft>
                  <a:buNone/>
                </a:pPr>
                <a:r>
                  <a:rPr b="1" lang="en" sz="1800">
                    <a:solidFill>
                      <a:srgbClr val="FFFFFF"/>
                    </a:solidFill>
                    <a:latin typeface="Montserrat"/>
                    <a:ea typeface="Montserrat"/>
                    <a:cs typeface="Montserrat"/>
                    <a:sym typeface="Montserrat"/>
                  </a:rPr>
                  <a:t>Software &amp; Coding</a:t>
                </a:r>
                <a:endParaRPr b="1" sz="1800">
                  <a:solidFill>
                    <a:srgbClr val="FFFFFF"/>
                  </a:solidFill>
                  <a:latin typeface="Montserrat"/>
                  <a:ea typeface="Montserrat"/>
                  <a:cs typeface="Montserrat"/>
                  <a:sym typeface="Montserrat"/>
                </a:endParaRPr>
              </a:p>
              <a:p>
                <a:pPr indent="0" lvl="0" marL="0" rtl="0" algn="l">
                  <a:spcBef>
                    <a:spcPts val="900"/>
                  </a:spcBef>
                  <a:spcAft>
                    <a:spcPts val="0"/>
                  </a:spcAft>
                  <a:buNone/>
                </a:pPr>
                <a:r>
                  <a:rPr b="0" lang="en">
                    <a:solidFill>
                      <a:srgbClr val="D1D5DB"/>
                    </a:solidFill>
                    <a:latin typeface="Space Grotesk"/>
                    <a:ea typeface="Space Grotesk"/>
                    <a:cs typeface="Space Grotesk"/>
                    <a:sym typeface="Space Grotesk"/>
                  </a:rPr>
                  <a:t>Aided in coding our program by asking AI specific questions when our code wasn't working.</a:t>
                </a:r>
                <a:endParaRPr b="0">
                  <a:solidFill>
                    <a:srgbClr val="D1D5DB"/>
                  </a:solidFill>
                  <a:latin typeface="Space Grotesk"/>
                  <a:ea typeface="Space Grotesk"/>
                  <a:cs typeface="Space Grotesk"/>
                  <a:sym typeface="Space Grotesk"/>
                </a:endParaRPr>
              </a:p>
            </p:txBody>
          </p:sp>
        </p:grpSp>
        <p:grpSp>
          <p:nvGrpSpPr>
            <p:cNvPr id="657" name="Google Shape;657;p114"/>
            <p:cNvGrpSpPr/>
            <p:nvPr/>
          </p:nvGrpSpPr>
          <p:grpSpPr>
            <a:xfrm>
              <a:off x="4762500" y="1428750"/>
              <a:ext cx="3429000" cy="2286000"/>
              <a:chOff x="0" y="0"/>
              <a:chExt cx="3429000" cy="2286000"/>
            </a:xfrm>
          </p:grpSpPr>
          <p:sp>
            <p:nvSpPr>
              <p:cNvPr id="658" name="Google Shape;658;p114"/>
              <p:cNvSpPr/>
              <p:nvPr/>
            </p:nvSpPr>
            <p:spPr>
              <a:xfrm>
                <a:off x="0" y="0"/>
                <a:ext cx="3429000" cy="2286000"/>
              </a:xfrm>
              <a:prstGeom prst="roundRect">
                <a:avLst>
                  <a:gd fmla="val 6666" name="adj"/>
                </a:avLst>
              </a:prstGeom>
              <a:solidFill>
                <a:srgbClr val="011956">
                  <a:alpha val="65000"/>
                </a:srgbClr>
              </a:solidFill>
              <a:ln cap="flat" cmpd="sng" w="14300">
                <a:solidFill>
                  <a:srgbClr val="06BAD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9" name="Google Shape;659;p114"/>
              <p:cNvSpPr txBox="1"/>
              <p:nvPr/>
            </p:nvSpPr>
            <p:spPr>
              <a:xfrm>
                <a:off x="0" y="0"/>
                <a:ext cx="3429000" cy="2286000"/>
              </a:xfrm>
              <a:prstGeom prst="rect">
                <a:avLst/>
              </a:prstGeom>
              <a:noFill/>
              <a:ln>
                <a:noFill/>
              </a:ln>
            </p:spPr>
            <p:txBody>
              <a:bodyPr anchorCtr="0" anchor="t" bIns="266700" lIns="228600" spcFirstLastPara="1" rIns="228600" wrap="square" tIns="266700">
                <a:noAutofit/>
              </a:bodyPr>
              <a:lstStyle/>
              <a:p>
                <a:pPr indent="0" lvl="0" marL="0" rtl="0" algn="l">
                  <a:spcBef>
                    <a:spcPts val="0"/>
                  </a:spcBef>
                  <a:spcAft>
                    <a:spcPts val="0"/>
                  </a:spcAft>
                  <a:buNone/>
                </a:pPr>
                <a:r>
                  <a:rPr lang="en" sz="3600">
                    <a:solidFill>
                      <a:srgbClr val="06BAD6"/>
                    </a:solidFill>
                    <a:latin typeface="Material Icons"/>
                    <a:ea typeface="Material Icons"/>
                    <a:cs typeface="Material Icons"/>
                    <a:sym typeface="Material Icons"/>
                  </a:rPr>
                  <a:t>memory</a:t>
                </a:r>
                <a:endParaRPr sz="3600">
                  <a:solidFill>
                    <a:srgbClr val="06BAD6"/>
                  </a:solidFill>
                  <a:latin typeface="Material Icons"/>
                  <a:ea typeface="Material Icons"/>
                  <a:cs typeface="Material Icons"/>
                  <a:sym typeface="Material Icons"/>
                </a:endParaRPr>
              </a:p>
              <a:p>
                <a:pPr indent="0" lvl="0" marL="0" rtl="0" algn="l">
                  <a:spcBef>
                    <a:spcPts val="900"/>
                  </a:spcBef>
                  <a:spcAft>
                    <a:spcPts val="0"/>
                  </a:spcAft>
                  <a:buNone/>
                </a:pPr>
                <a:r>
                  <a:rPr b="1" lang="en" sz="1800">
                    <a:solidFill>
                      <a:srgbClr val="FFFFFF"/>
                    </a:solidFill>
                    <a:latin typeface="Montserrat"/>
                    <a:ea typeface="Montserrat"/>
                    <a:cs typeface="Montserrat"/>
                    <a:sym typeface="Montserrat"/>
                  </a:rPr>
                  <a:t>Hardware &amp; Wiring</a:t>
                </a:r>
                <a:endParaRPr b="1" sz="1800">
                  <a:solidFill>
                    <a:srgbClr val="FFFFFF"/>
                  </a:solidFill>
                  <a:latin typeface="Montserrat"/>
                  <a:ea typeface="Montserrat"/>
                  <a:cs typeface="Montserrat"/>
                  <a:sym typeface="Montserrat"/>
                </a:endParaRPr>
              </a:p>
              <a:p>
                <a:pPr indent="0" lvl="0" marL="0" rtl="0" algn="l">
                  <a:spcBef>
                    <a:spcPts val="900"/>
                  </a:spcBef>
                  <a:spcAft>
                    <a:spcPts val="0"/>
                  </a:spcAft>
                  <a:buNone/>
                </a:pPr>
                <a:r>
                  <a:rPr b="0" lang="en">
                    <a:solidFill>
                      <a:srgbClr val="D1D5DB"/>
                    </a:solidFill>
                    <a:latin typeface="Space Grotesk"/>
                    <a:ea typeface="Space Grotesk"/>
                    <a:cs typeface="Space Grotesk"/>
                    <a:sym typeface="Space Grotesk"/>
                  </a:rPr>
                  <a:t>Consulted AI for direct guidance and technical advice on how to properly wire the system.</a:t>
                </a:r>
                <a:endParaRPr b="0">
                  <a:solidFill>
                    <a:srgbClr val="D1D5DB"/>
                  </a:solidFill>
                  <a:latin typeface="Space Grotesk"/>
                  <a:ea typeface="Space Grotesk"/>
                  <a:cs typeface="Space Grotesk"/>
                  <a:sym typeface="Space Grotesk"/>
                </a:endParaRPr>
              </a:p>
            </p:txBody>
          </p:sp>
        </p:grpSp>
      </p:grpSp>
      <p:sp>
        <p:nvSpPr>
          <p:cNvPr id="660" name="Google Shape;660;p114"/>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M</a:t>
            </a:r>
            <a:endParaRPr sz="1800">
              <a:solidFill>
                <a:schemeClr val="accen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pic>
        <p:nvPicPr>
          <p:cNvPr id="665" name="Google Shape;665;p115"/>
          <p:cNvPicPr preferRelativeResize="0"/>
          <p:nvPr/>
        </p:nvPicPr>
        <p:blipFill>
          <a:blip r:embed="rId3">
            <a:alphaModFix/>
          </a:blip>
          <a:stretch>
            <a:fillRect/>
          </a:stretch>
        </p:blipFill>
        <p:spPr>
          <a:xfrm rot="-5400000">
            <a:off x="-1874003" y="1459629"/>
            <a:ext cx="6272302" cy="1747924"/>
          </a:xfrm>
          <a:prstGeom prst="rect">
            <a:avLst/>
          </a:prstGeom>
          <a:noFill/>
          <a:ln>
            <a:noFill/>
          </a:ln>
        </p:spPr>
      </p:pic>
      <p:sp>
        <p:nvSpPr>
          <p:cNvPr id="666" name="Google Shape;666;p115"/>
          <p:cNvSpPr txBox="1"/>
          <p:nvPr>
            <p:ph type="title"/>
          </p:nvPr>
        </p:nvSpPr>
        <p:spPr>
          <a:xfrm>
            <a:off x="311700" y="339578"/>
            <a:ext cx="8520600" cy="572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3200">
                <a:solidFill>
                  <a:srgbClr val="FFFFFF"/>
                </a:solidFill>
                <a:latin typeface="Montserrat ExtraBold"/>
                <a:ea typeface="Montserrat ExtraBold"/>
                <a:cs typeface="Montserrat ExtraBold"/>
                <a:sym typeface="Montserrat ExtraBold"/>
              </a:rPr>
              <a:t>Results</a:t>
            </a:r>
            <a:endParaRPr b="0" i="0" sz="3200">
              <a:solidFill>
                <a:srgbClr val="FFFFFF"/>
              </a:solidFill>
              <a:latin typeface="Montserrat ExtraBold"/>
              <a:ea typeface="Montserrat ExtraBold"/>
              <a:cs typeface="Montserrat ExtraBold"/>
              <a:sym typeface="Montserrat ExtraBold"/>
            </a:endParaRPr>
          </a:p>
        </p:txBody>
      </p:sp>
      <p:sp>
        <p:nvSpPr>
          <p:cNvPr id="667" name="Google Shape;667;p115"/>
          <p:cNvSpPr txBox="1"/>
          <p:nvPr>
            <p:ph idx="4294967295" type="body"/>
          </p:nvPr>
        </p:nvSpPr>
        <p:spPr>
          <a:xfrm>
            <a:off x="666750" y="999750"/>
            <a:ext cx="7810500" cy="81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1600"/>
              </a:spcAft>
              <a:buNone/>
            </a:pPr>
            <a:r>
              <a:rPr b="0" i="0" lang="en">
                <a:solidFill>
                  <a:srgbClr val="E2E8F0"/>
                </a:solidFill>
                <a:latin typeface="Space Grotesk"/>
                <a:ea typeface="Space Grotesk"/>
                <a:cs typeface="Space Grotesk"/>
                <a:sym typeface="Space Grotesk"/>
              </a:rPr>
              <a:t>A prototype for a water collection system that turns on </a:t>
            </a:r>
            <a:r>
              <a:rPr lang="en">
                <a:solidFill>
                  <a:srgbClr val="E2E8F0"/>
                </a:solidFill>
                <a:latin typeface="Space Grotesk"/>
                <a:ea typeface="Space Grotesk"/>
                <a:cs typeface="Space Grotesk"/>
                <a:sym typeface="Space Grotesk"/>
              </a:rPr>
              <a:t>the </a:t>
            </a:r>
            <a:r>
              <a:rPr b="0" i="0" lang="en">
                <a:solidFill>
                  <a:srgbClr val="E2E8F0"/>
                </a:solidFill>
                <a:latin typeface="Space Grotesk"/>
                <a:ea typeface="Space Grotesk"/>
                <a:cs typeface="Space Grotesk"/>
                <a:sym typeface="Space Grotesk"/>
              </a:rPr>
              <a:t>LED and opens the lid to the water collection container when water is sensed.</a:t>
            </a:r>
            <a:endParaRPr b="0" i="0">
              <a:solidFill>
                <a:srgbClr val="E2E8F0"/>
              </a:solidFill>
              <a:latin typeface="Space Grotesk"/>
              <a:ea typeface="Space Grotesk"/>
              <a:cs typeface="Space Grotesk"/>
              <a:sym typeface="Space Grotesk"/>
            </a:endParaRPr>
          </a:p>
        </p:txBody>
      </p:sp>
      <p:grpSp>
        <p:nvGrpSpPr>
          <p:cNvPr id="668" name="Google Shape;668;p115"/>
          <p:cNvGrpSpPr/>
          <p:nvPr/>
        </p:nvGrpSpPr>
        <p:grpSpPr>
          <a:xfrm>
            <a:off x="666750" y="2057400"/>
            <a:ext cx="7810650" cy="2476500"/>
            <a:chOff x="0" y="0"/>
            <a:chExt cx="7810650" cy="2476500"/>
          </a:xfrm>
        </p:grpSpPr>
        <p:grpSp>
          <p:nvGrpSpPr>
            <p:cNvPr id="669" name="Google Shape;669;p115"/>
            <p:cNvGrpSpPr/>
            <p:nvPr/>
          </p:nvGrpSpPr>
          <p:grpSpPr>
            <a:xfrm>
              <a:off x="0" y="0"/>
              <a:ext cx="2381400" cy="2476500"/>
              <a:chOff x="0" y="0"/>
              <a:chExt cx="2381400" cy="2476500"/>
            </a:xfrm>
          </p:grpSpPr>
          <p:sp>
            <p:nvSpPr>
              <p:cNvPr id="670" name="Google Shape;670;p115"/>
              <p:cNvSpPr/>
              <p:nvPr/>
            </p:nvSpPr>
            <p:spPr>
              <a:xfrm>
                <a:off x="0" y="0"/>
                <a:ext cx="2381400" cy="2476500"/>
              </a:xfrm>
              <a:prstGeom prst="roundRect">
                <a:avLst>
                  <a:gd fmla="val 6400" name="adj"/>
                </a:avLst>
              </a:prstGeom>
              <a:solidFill>
                <a:srgbClr val="011956">
                  <a:alpha val="65000"/>
                </a:srgbClr>
              </a:solidFill>
              <a:ln cap="flat" cmpd="sng" w="14300">
                <a:solidFill>
                  <a:srgbClr val="06BAD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115"/>
              <p:cNvSpPr txBox="1"/>
              <p:nvPr/>
            </p:nvSpPr>
            <p:spPr>
              <a:xfrm>
                <a:off x="0" y="0"/>
                <a:ext cx="2381400" cy="24765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 sz="3600">
                    <a:solidFill>
                      <a:srgbClr val="06BAD6"/>
                    </a:solidFill>
                    <a:latin typeface="Material Icons"/>
                    <a:ea typeface="Material Icons"/>
                    <a:cs typeface="Material Icons"/>
                    <a:sym typeface="Material Icons"/>
                  </a:rPr>
                  <a:t>sensors</a:t>
                </a:r>
                <a:endParaRPr sz="3600">
                  <a:solidFill>
                    <a:srgbClr val="06BAD6"/>
                  </a:solidFill>
                  <a:latin typeface="Material Icons"/>
                  <a:ea typeface="Material Icons"/>
                  <a:cs typeface="Material Icons"/>
                  <a:sym typeface="Material Icons"/>
                </a:endParaRPr>
              </a:p>
              <a:p>
                <a:pPr indent="0" lvl="0" marL="0" rtl="0" algn="l">
                  <a:spcBef>
                    <a:spcPts val="0"/>
                  </a:spcBef>
                  <a:spcAft>
                    <a:spcPts val="0"/>
                  </a:spcAft>
                  <a:buNone/>
                </a:pPr>
                <a:r>
                  <a:rPr b="1" lang="en" sz="1800">
                    <a:solidFill>
                      <a:srgbClr val="FFFFFF"/>
                    </a:solidFill>
                    <a:latin typeface="Montserrat"/>
                    <a:ea typeface="Montserrat"/>
                    <a:cs typeface="Montserrat"/>
                    <a:sym typeface="Montserrat"/>
                  </a:rPr>
                  <a:t>Water Sensor Input</a:t>
                </a:r>
                <a:endParaRPr b="1" sz="1800">
                  <a:solidFill>
                    <a:srgbClr val="FFFFFF"/>
                  </a:solidFill>
                  <a:latin typeface="Montserrat"/>
                  <a:ea typeface="Montserrat"/>
                  <a:cs typeface="Montserrat"/>
                  <a:sym typeface="Montserrat"/>
                </a:endParaRPr>
              </a:p>
              <a:p>
                <a:pPr indent="0" lvl="0" marL="0" marR="0" rtl="0" algn="l">
                  <a:spcBef>
                    <a:spcPts val="750"/>
                  </a:spcBef>
                  <a:spcAft>
                    <a:spcPts val="0"/>
                  </a:spcAft>
                  <a:buNone/>
                </a:pPr>
                <a:r>
                  <a:rPr lang="en">
                    <a:solidFill>
                      <a:srgbClr val="D1D5DB"/>
                    </a:solidFill>
                    <a:latin typeface="Space Grotesk"/>
                    <a:ea typeface="Space Grotesk"/>
                    <a:cs typeface="Space Grotesk"/>
                    <a:sym typeface="Space Grotesk"/>
                  </a:rPr>
                  <a:t>Turns on LED and opens lid </a:t>
                </a:r>
                <a:r>
                  <a:rPr b="0" lang="en">
                    <a:solidFill>
                      <a:srgbClr val="D1D5DB"/>
                    </a:solidFill>
                    <a:latin typeface="Space Grotesk"/>
                    <a:ea typeface="Space Grotesk"/>
                    <a:cs typeface="Space Grotesk"/>
                    <a:sym typeface="Space Grotesk"/>
                  </a:rPr>
                  <a:t>when </a:t>
                </a:r>
                <a:r>
                  <a:rPr lang="en">
                    <a:solidFill>
                      <a:srgbClr val="D1D5DB"/>
                    </a:solidFill>
                    <a:latin typeface="Space Grotesk"/>
                    <a:ea typeface="Space Grotesk"/>
                    <a:cs typeface="Space Grotesk"/>
                    <a:sym typeface="Space Grotesk"/>
                  </a:rPr>
                  <a:t>1.5 </a:t>
                </a:r>
                <a:r>
                  <a:rPr b="0" lang="en">
                    <a:solidFill>
                      <a:srgbClr val="D1D5DB"/>
                    </a:solidFill>
                    <a:latin typeface="Space Grotesk"/>
                    <a:ea typeface="Space Grotesk"/>
                    <a:cs typeface="Space Grotesk"/>
                    <a:sym typeface="Space Grotesk"/>
                  </a:rPr>
                  <a:t> voltage or more is detected.</a:t>
                </a:r>
                <a:endParaRPr b="0">
                  <a:solidFill>
                    <a:srgbClr val="D1D5DB"/>
                  </a:solidFill>
                  <a:latin typeface="Space Grotesk"/>
                  <a:ea typeface="Space Grotesk"/>
                  <a:cs typeface="Space Grotesk"/>
                  <a:sym typeface="Space Grotesk"/>
                </a:endParaRPr>
              </a:p>
            </p:txBody>
          </p:sp>
        </p:grpSp>
        <p:grpSp>
          <p:nvGrpSpPr>
            <p:cNvPr id="672" name="Google Shape;672;p115"/>
            <p:cNvGrpSpPr/>
            <p:nvPr/>
          </p:nvGrpSpPr>
          <p:grpSpPr>
            <a:xfrm>
              <a:off x="2672050" y="0"/>
              <a:ext cx="2483100" cy="2476500"/>
              <a:chOff x="-42575" y="0"/>
              <a:chExt cx="2483100" cy="2476500"/>
            </a:xfrm>
          </p:grpSpPr>
          <p:sp>
            <p:nvSpPr>
              <p:cNvPr id="673" name="Google Shape;673;p115"/>
              <p:cNvSpPr/>
              <p:nvPr/>
            </p:nvSpPr>
            <p:spPr>
              <a:xfrm>
                <a:off x="0" y="0"/>
                <a:ext cx="2381400" cy="2476500"/>
              </a:xfrm>
              <a:prstGeom prst="roundRect">
                <a:avLst>
                  <a:gd fmla="val 6400" name="adj"/>
                </a:avLst>
              </a:prstGeom>
              <a:solidFill>
                <a:srgbClr val="011956">
                  <a:alpha val="65000"/>
                </a:srgbClr>
              </a:solidFill>
              <a:ln cap="flat" cmpd="sng" w="14300">
                <a:solidFill>
                  <a:srgbClr val="06BAD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115"/>
              <p:cNvSpPr txBox="1"/>
              <p:nvPr/>
            </p:nvSpPr>
            <p:spPr>
              <a:xfrm>
                <a:off x="-42575" y="0"/>
                <a:ext cx="2483100" cy="2476500"/>
              </a:xfrm>
              <a:prstGeom prst="rect">
                <a:avLst/>
              </a:prstGeom>
              <a:noFill/>
              <a:ln>
                <a:noFill/>
              </a:ln>
            </p:spPr>
            <p:txBody>
              <a:bodyPr anchorCtr="0" anchor="t" bIns="228600" lIns="171450" spcFirstLastPara="1" rIns="145575" wrap="square" tIns="228600">
                <a:noAutofit/>
              </a:bodyPr>
              <a:lstStyle/>
              <a:p>
                <a:pPr indent="0" lvl="0" marL="0" rtl="0" algn="l">
                  <a:spcBef>
                    <a:spcPts val="0"/>
                  </a:spcBef>
                  <a:spcAft>
                    <a:spcPts val="0"/>
                  </a:spcAft>
                  <a:buNone/>
                </a:pPr>
                <a:r>
                  <a:rPr lang="en" sz="3600">
                    <a:solidFill>
                      <a:srgbClr val="06BAD6"/>
                    </a:solidFill>
                    <a:latin typeface="Material Icons"/>
                    <a:ea typeface="Material Icons"/>
                    <a:cs typeface="Material Icons"/>
                    <a:sym typeface="Material Icons"/>
                  </a:rPr>
                  <a:t>water_drop</a:t>
                </a:r>
                <a:endParaRPr sz="3600">
                  <a:solidFill>
                    <a:srgbClr val="06BAD6"/>
                  </a:solidFill>
                  <a:latin typeface="Material Icons"/>
                  <a:ea typeface="Material Icons"/>
                  <a:cs typeface="Material Icons"/>
                  <a:sym typeface="Material Icons"/>
                </a:endParaRPr>
              </a:p>
              <a:p>
                <a:pPr indent="0" lvl="0" marL="0" rtl="0" algn="l">
                  <a:spcBef>
                    <a:spcPts val="0"/>
                  </a:spcBef>
                  <a:spcAft>
                    <a:spcPts val="0"/>
                  </a:spcAft>
                  <a:buNone/>
                </a:pPr>
                <a:r>
                  <a:rPr b="1" lang="en" sz="1800">
                    <a:solidFill>
                      <a:srgbClr val="FFFFFF"/>
                    </a:solidFill>
                    <a:latin typeface="Montserrat"/>
                    <a:ea typeface="Montserrat"/>
                    <a:cs typeface="Montserrat"/>
                    <a:sym typeface="Montserrat"/>
                  </a:rPr>
                  <a:t>Custom </a:t>
                </a:r>
                <a:r>
                  <a:rPr b="1" lang="en" sz="1800">
                    <a:solidFill>
                      <a:srgbClr val="FFFFFF"/>
                    </a:solidFill>
                    <a:latin typeface="Montserrat"/>
                    <a:ea typeface="Montserrat"/>
                    <a:cs typeface="Montserrat"/>
                    <a:sym typeface="Montserrat"/>
                  </a:rPr>
                  <a:t>Water Sensing Mask</a:t>
                </a:r>
                <a:endParaRPr b="1" sz="1800">
                  <a:solidFill>
                    <a:srgbClr val="FFFFFF"/>
                  </a:solidFill>
                  <a:latin typeface="Montserrat"/>
                  <a:ea typeface="Montserrat"/>
                  <a:cs typeface="Montserrat"/>
                  <a:sym typeface="Montserrat"/>
                </a:endParaRPr>
              </a:p>
              <a:p>
                <a:pPr indent="0" lvl="0" marL="0" rtl="0" algn="l">
                  <a:spcBef>
                    <a:spcPts val="750"/>
                  </a:spcBef>
                  <a:spcAft>
                    <a:spcPts val="0"/>
                  </a:spcAft>
                  <a:buNone/>
                </a:pPr>
                <a:r>
                  <a:rPr b="0" lang="en">
                    <a:solidFill>
                      <a:srgbClr val="D1D5DB"/>
                    </a:solidFill>
                    <a:latin typeface="Space Grotesk"/>
                    <a:ea typeface="Space Grotesk"/>
                    <a:cs typeface="Space Grotesk"/>
                    <a:sym typeface="Space Grotesk"/>
                  </a:rPr>
                  <a:t>Uses </a:t>
                </a:r>
                <a:r>
                  <a:rPr lang="en">
                    <a:solidFill>
                      <a:srgbClr val="D1D5DB"/>
                    </a:solidFill>
                    <a:latin typeface="Space Grotesk"/>
                    <a:ea typeface="Space Grotesk"/>
                    <a:cs typeface="Space Grotesk"/>
                    <a:sym typeface="Space Grotesk"/>
                  </a:rPr>
                  <a:t>our</a:t>
                </a:r>
                <a:r>
                  <a:rPr b="0" lang="en">
                    <a:solidFill>
                      <a:srgbClr val="D1D5DB"/>
                    </a:solidFill>
                    <a:latin typeface="Space Grotesk"/>
                    <a:ea typeface="Space Grotesk"/>
                    <a:cs typeface="Space Grotesk"/>
                    <a:sym typeface="Space Grotesk"/>
                  </a:rPr>
                  <a:t> custom IED </a:t>
                </a:r>
                <a:r>
                  <a:rPr lang="en">
                    <a:solidFill>
                      <a:srgbClr val="D1D5DB"/>
                    </a:solidFill>
                    <a:latin typeface="Space Grotesk"/>
                    <a:ea typeface="Space Grotesk"/>
                    <a:cs typeface="Space Grotesk"/>
                    <a:sym typeface="Space Grotesk"/>
                  </a:rPr>
                  <a:t>sensor </a:t>
                </a:r>
                <a:r>
                  <a:rPr b="0" lang="en">
                    <a:solidFill>
                      <a:srgbClr val="D1D5DB"/>
                    </a:solidFill>
                    <a:latin typeface="Space Grotesk"/>
                    <a:ea typeface="Space Grotesk"/>
                    <a:cs typeface="Space Grotesk"/>
                    <a:sym typeface="Space Grotesk"/>
                  </a:rPr>
                  <a:t>mask, turning on LE</a:t>
                </a:r>
                <a:r>
                  <a:rPr lang="en">
                    <a:solidFill>
                      <a:srgbClr val="D1D5DB"/>
                    </a:solidFill>
                    <a:latin typeface="Space Grotesk"/>
                    <a:ea typeface="Space Grotesk"/>
                    <a:cs typeface="Space Grotesk"/>
                    <a:sym typeface="Space Grotesk"/>
                  </a:rPr>
                  <a:t>D and </a:t>
                </a:r>
                <a:r>
                  <a:rPr b="0" lang="en">
                    <a:solidFill>
                      <a:srgbClr val="D1D5DB"/>
                    </a:solidFill>
                    <a:latin typeface="Space Grotesk"/>
                    <a:ea typeface="Space Grotesk"/>
                    <a:cs typeface="Space Grotesk"/>
                    <a:sym typeface="Space Grotesk"/>
                  </a:rPr>
                  <a:t>opening lid when water is detected.</a:t>
                </a:r>
                <a:endParaRPr b="0">
                  <a:solidFill>
                    <a:srgbClr val="D1D5DB"/>
                  </a:solidFill>
                  <a:latin typeface="Space Grotesk"/>
                  <a:ea typeface="Space Grotesk"/>
                  <a:cs typeface="Space Grotesk"/>
                  <a:sym typeface="Space Grotesk"/>
                </a:endParaRPr>
              </a:p>
            </p:txBody>
          </p:sp>
        </p:grpSp>
        <p:grpSp>
          <p:nvGrpSpPr>
            <p:cNvPr id="675" name="Google Shape;675;p115"/>
            <p:cNvGrpSpPr/>
            <p:nvPr/>
          </p:nvGrpSpPr>
          <p:grpSpPr>
            <a:xfrm>
              <a:off x="5429250" y="0"/>
              <a:ext cx="2381400" cy="2476500"/>
              <a:chOff x="0" y="0"/>
              <a:chExt cx="2381400" cy="2476500"/>
            </a:xfrm>
          </p:grpSpPr>
          <p:sp>
            <p:nvSpPr>
              <p:cNvPr id="676" name="Google Shape;676;p115"/>
              <p:cNvSpPr/>
              <p:nvPr/>
            </p:nvSpPr>
            <p:spPr>
              <a:xfrm>
                <a:off x="0" y="0"/>
                <a:ext cx="2381400" cy="2476500"/>
              </a:xfrm>
              <a:prstGeom prst="roundRect">
                <a:avLst>
                  <a:gd fmla="val 6400" name="adj"/>
                </a:avLst>
              </a:prstGeom>
              <a:solidFill>
                <a:srgbClr val="011956">
                  <a:alpha val="65000"/>
                </a:srgbClr>
              </a:solidFill>
              <a:ln cap="flat" cmpd="sng" w="14300">
                <a:solidFill>
                  <a:srgbClr val="06BAD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7" name="Google Shape;677;p115"/>
              <p:cNvSpPr txBox="1"/>
              <p:nvPr/>
            </p:nvSpPr>
            <p:spPr>
              <a:xfrm>
                <a:off x="0" y="0"/>
                <a:ext cx="2381400" cy="24765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 sz="3600">
                    <a:solidFill>
                      <a:srgbClr val="06BAD6"/>
                    </a:solidFill>
                    <a:latin typeface="Material Icons"/>
                    <a:ea typeface="Material Icons"/>
                    <a:cs typeface="Material Icons"/>
                    <a:sym typeface="Material Icons"/>
                  </a:rPr>
                  <a:t>touch_app</a:t>
                </a:r>
                <a:endParaRPr sz="3600">
                  <a:solidFill>
                    <a:srgbClr val="06BAD6"/>
                  </a:solidFill>
                  <a:latin typeface="Material Icons"/>
                  <a:ea typeface="Material Icons"/>
                  <a:cs typeface="Material Icons"/>
                  <a:sym typeface="Material Icons"/>
                </a:endParaRPr>
              </a:p>
              <a:p>
                <a:pPr indent="0" lvl="0" marL="0" rtl="0" algn="l">
                  <a:spcBef>
                    <a:spcPts val="0"/>
                  </a:spcBef>
                  <a:spcAft>
                    <a:spcPts val="0"/>
                  </a:spcAft>
                  <a:buNone/>
                </a:pPr>
                <a:r>
                  <a:rPr b="1" lang="en" sz="1800">
                    <a:solidFill>
                      <a:srgbClr val="FFFFFF"/>
                    </a:solidFill>
                    <a:latin typeface="Montserrat"/>
                    <a:ea typeface="Montserrat"/>
                    <a:cs typeface="Montserrat"/>
                    <a:sym typeface="Montserrat"/>
                  </a:rPr>
                  <a:t>Manual Switch</a:t>
                </a:r>
                <a:endParaRPr b="1" sz="1800">
                  <a:solidFill>
                    <a:srgbClr val="FFFFFF"/>
                  </a:solidFill>
                  <a:latin typeface="Montserrat"/>
                  <a:ea typeface="Montserrat"/>
                  <a:cs typeface="Montserrat"/>
                  <a:sym typeface="Montserrat"/>
                </a:endParaRPr>
              </a:p>
              <a:p>
                <a:pPr indent="0" lvl="0" marL="0" marR="0" rtl="0" algn="l">
                  <a:spcBef>
                    <a:spcPts val="750"/>
                  </a:spcBef>
                  <a:spcAft>
                    <a:spcPts val="0"/>
                  </a:spcAft>
                  <a:buNone/>
                </a:pPr>
                <a:r>
                  <a:rPr b="0" lang="en">
                    <a:solidFill>
                      <a:srgbClr val="D1D5DB"/>
                    </a:solidFill>
                    <a:latin typeface="Space Grotesk"/>
                    <a:ea typeface="Space Grotesk"/>
                    <a:cs typeface="Space Grotesk"/>
                    <a:sym typeface="Space Grotesk"/>
                  </a:rPr>
                  <a:t>Uses a manual override switch, turning on LED and opening lid when pressed.</a:t>
                </a:r>
                <a:endParaRPr b="0">
                  <a:solidFill>
                    <a:srgbClr val="D1D5DB"/>
                  </a:solidFill>
                  <a:latin typeface="Space Grotesk"/>
                  <a:ea typeface="Space Grotesk"/>
                  <a:cs typeface="Space Grotesk"/>
                  <a:sym typeface="Space Grotesk"/>
                </a:endParaRPr>
              </a:p>
            </p:txBody>
          </p:sp>
        </p:grpSp>
      </p:grpSp>
      <p:sp>
        <p:nvSpPr>
          <p:cNvPr id="678" name="Google Shape;678;p115"/>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M</a:t>
            </a:r>
            <a:endParaRPr sz="1800">
              <a:solidFill>
                <a:schemeClr val="accen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16"/>
          <p:cNvSpPr txBox="1"/>
          <p:nvPr>
            <p:ph type="title"/>
          </p:nvPr>
        </p:nvSpPr>
        <p:spPr>
          <a:xfrm>
            <a:off x="311700" y="405550"/>
            <a:ext cx="8520600" cy="60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t>Conclusion/ Reflection</a:t>
            </a:r>
            <a:endParaRPr sz="3200"/>
          </a:p>
        </p:txBody>
      </p:sp>
      <p:sp>
        <p:nvSpPr>
          <p:cNvPr id="684" name="Google Shape;684;p116"/>
          <p:cNvSpPr txBox="1"/>
          <p:nvPr>
            <p:ph idx="4294967295" type="body"/>
          </p:nvPr>
        </p:nvSpPr>
        <p:spPr>
          <a:xfrm>
            <a:off x="351164" y="1080878"/>
            <a:ext cx="3469200" cy="359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pace Grotesk"/>
                <a:ea typeface="Space Grotesk"/>
                <a:cs typeface="Space Grotesk"/>
                <a:sym typeface="Space Grotesk"/>
              </a:rPr>
              <a:t>We ultimately provided a robust, focus-driven product while overcoming key setbacks.</a:t>
            </a:r>
            <a:endParaRPr>
              <a:solidFill>
                <a:srgbClr val="FFFFFF"/>
              </a:solidFill>
              <a:latin typeface="Space Grotesk"/>
              <a:ea typeface="Space Grotesk"/>
              <a:cs typeface="Space Grotesk"/>
              <a:sym typeface="Space Grotesk"/>
            </a:endParaRPr>
          </a:p>
          <a:p>
            <a:pPr indent="0" lvl="0" marL="0" rtl="0" algn="l">
              <a:spcBef>
                <a:spcPts val="1600"/>
              </a:spcBef>
              <a:spcAft>
                <a:spcPts val="0"/>
              </a:spcAft>
              <a:buNone/>
            </a:pPr>
            <a:r>
              <a:rPr lang="en">
                <a:solidFill>
                  <a:srgbClr val="FFFFFF"/>
                </a:solidFill>
                <a:latin typeface="Space Grotesk"/>
                <a:ea typeface="Space Grotesk"/>
                <a:cs typeface="Space Grotesk"/>
                <a:sym typeface="Space Grotesk"/>
              </a:rPr>
              <a:t>In real life, we would likely utilize a better waterproofing system, a better motor, and better/more robust sensors for our system, avoiding volatile elements.</a:t>
            </a:r>
            <a:endParaRPr>
              <a:solidFill>
                <a:srgbClr val="FFFFFF"/>
              </a:solidFill>
              <a:latin typeface="Space Grotesk"/>
              <a:ea typeface="Space Grotesk"/>
              <a:cs typeface="Space Grotesk"/>
              <a:sym typeface="Space Grotesk"/>
            </a:endParaRPr>
          </a:p>
          <a:p>
            <a:pPr indent="0" lvl="0" marL="0" rtl="0" algn="l">
              <a:spcBef>
                <a:spcPts val="1600"/>
              </a:spcBef>
              <a:spcAft>
                <a:spcPts val="1600"/>
              </a:spcAft>
              <a:buNone/>
            </a:pPr>
            <a:r>
              <a:rPr lang="en">
                <a:solidFill>
                  <a:srgbClr val="FFFFFF"/>
                </a:solidFill>
                <a:latin typeface="Space Grotesk"/>
                <a:ea typeface="Space Grotesk"/>
                <a:cs typeface="Space Grotesk"/>
                <a:sym typeface="Space Grotesk"/>
              </a:rPr>
              <a:t>Ultimately, this project was a success. </a:t>
            </a:r>
            <a:endParaRPr>
              <a:solidFill>
                <a:srgbClr val="FFFFFF"/>
              </a:solidFill>
              <a:latin typeface="Space Grotesk"/>
              <a:ea typeface="Space Grotesk"/>
              <a:cs typeface="Space Grotesk"/>
              <a:sym typeface="Space Grotesk"/>
            </a:endParaRPr>
          </a:p>
        </p:txBody>
      </p:sp>
      <p:pic>
        <p:nvPicPr>
          <p:cNvPr id="685" name="Google Shape;685;p116" title="ezgif.com-video-to-gif-converter.gif"/>
          <p:cNvPicPr preferRelativeResize="0"/>
          <p:nvPr/>
        </p:nvPicPr>
        <p:blipFill rotWithShape="1">
          <a:blip r:embed="rId3">
            <a:alphaModFix/>
          </a:blip>
          <a:srcRect b="26442" l="0" r="0" t="28651"/>
          <a:stretch/>
        </p:blipFill>
        <p:spPr>
          <a:xfrm>
            <a:off x="4478496" y="1355200"/>
            <a:ext cx="4499680" cy="3595176"/>
          </a:xfrm>
          <a:prstGeom prst="rect">
            <a:avLst/>
          </a:prstGeom>
          <a:noFill/>
          <a:ln>
            <a:noFill/>
          </a:ln>
        </p:spPr>
      </p:pic>
      <p:sp>
        <p:nvSpPr>
          <p:cNvPr id="686" name="Google Shape;686;p116"/>
          <p:cNvSpPr txBox="1"/>
          <p:nvPr/>
        </p:nvSpPr>
        <p:spPr>
          <a:xfrm>
            <a:off x="120550" y="72325"/>
            <a:ext cx="2733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latin typeface="Montserrat"/>
                <a:ea typeface="Montserrat"/>
                <a:cs typeface="Montserrat"/>
                <a:sym typeface="Montserrat"/>
              </a:rPr>
              <a:t>C</a:t>
            </a:r>
            <a:endParaRPr sz="1800">
              <a:solidFill>
                <a:schemeClr val="accen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Tech Company Branding Guidelines XL by Slidesgo">
  <a:themeElements>
    <a:clrScheme name="Simple Light">
      <a:dk1>
        <a:srgbClr val="011446"/>
      </a:dk1>
      <a:lt1>
        <a:srgbClr val="FFFFFF"/>
      </a:lt1>
      <a:dk2>
        <a:srgbClr val="02227F"/>
      </a:dk2>
      <a:lt2>
        <a:srgbClr val="B7B7B7"/>
      </a:lt2>
      <a:accent1>
        <a:srgbClr val="FFFFFF"/>
      </a:accent1>
      <a:accent2>
        <a:srgbClr val="06BAD6"/>
      </a:accent2>
      <a:accent3>
        <a:srgbClr val="A1F1FE"/>
      </a:accent3>
      <a:accent4>
        <a:srgbClr val="079AB1"/>
      </a:accent4>
      <a:accent5>
        <a:srgbClr val="0081B0"/>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ch Company Branding Guidelines XL by Slidesgo">
  <a:themeElements>
    <a:clrScheme name="Simple Light">
      <a:dk1>
        <a:srgbClr val="011446"/>
      </a:dk1>
      <a:lt1>
        <a:srgbClr val="FFFFFF"/>
      </a:lt1>
      <a:dk2>
        <a:srgbClr val="02227F"/>
      </a:dk2>
      <a:lt2>
        <a:srgbClr val="B7B7B7"/>
      </a:lt2>
      <a:accent1>
        <a:srgbClr val="FFFFFF"/>
      </a:accent1>
      <a:accent2>
        <a:srgbClr val="06BAD6"/>
      </a:accent2>
      <a:accent3>
        <a:srgbClr val="A1F1FE"/>
      </a:accent3>
      <a:accent4>
        <a:srgbClr val="079AB1"/>
      </a:accent4>
      <a:accent5>
        <a:srgbClr val="0081B0"/>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